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4"/>
    <p:sldMasterId id="2147483665" r:id="rId5"/>
  </p:sldMasterIdLst>
  <p:notesMasterIdLst>
    <p:notesMasterId r:id="rId28"/>
  </p:notesMasterIdLst>
  <p:handoutMasterIdLst>
    <p:handoutMasterId r:id="rId29"/>
  </p:handoutMasterIdLst>
  <p:sldIdLst>
    <p:sldId id="265" r:id="rId6"/>
    <p:sldId id="395" r:id="rId7"/>
    <p:sldId id="396" r:id="rId8"/>
    <p:sldId id="400" r:id="rId9"/>
    <p:sldId id="402" r:id="rId10"/>
    <p:sldId id="403" r:id="rId11"/>
    <p:sldId id="410" r:id="rId12"/>
    <p:sldId id="397" r:id="rId13"/>
    <p:sldId id="404" r:id="rId14"/>
    <p:sldId id="405" r:id="rId15"/>
    <p:sldId id="406" r:id="rId16"/>
    <p:sldId id="411" r:id="rId17"/>
    <p:sldId id="412" r:id="rId18"/>
    <p:sldId id="413" r:id="rId19"/>
    <p:sldId id="414" r:id="rId20"/>
    <p:sldId id="415" r:id="rId21"/>
    <p:sldId id="416" r:id="rId22"/>
    <p:sldId id="407" r:id="rId23"/>
    <p:sldId id="399" r:id="rId24"/>
    <p:sldId id="408" r:id="rId25"/>
    <p:sldId id="401" r:id="rId26"/>
    <p:sldId id="365" r:id="rId27"/>
  </p:sldIdLst>
  <p:sldSz cx="9144000" cy="6858000" type="screen4x3"/>
  <p:notesSz cx="7315200" cy="96012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67" autoAdjust="0"/>
    <p:restoredTop sz="94681" autoAdjust="0"/>
  </p:normalViewPr>
  <p:slideViewPr>
    <p:cSldViewPr snapToGrid="0">
      <p:cViewPr varScale="1">
        <p:scale>
          <a:sx n="107" d="100"/>
          <a:sy n="107" d="100"/>
        </p:scale>
        <p:origin x="1728"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427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AFC5E8C8-F5DE-3651-B032-F0D04FF4BD0E}"/>
              </a:ext>
            </a:extLst>
          </p:cNvPr>
          <p:cNvSpPr>
            <a:spLocks noGrp="1" noChangeArrowheads="1"/>
          </p:cNvSpPr>
          <p:nvPr>
            <p:ph type="hdr" sz="quarter"/>
          </p:nvPr>
        </p:nvSpPr>
        <p:spPr bwMode="auto">
          <a:xfrm>
            <a:off x="0" y="0"/>
            <a:ext cx="3168650" cy="479425"/>
          </a:xfrm>
          <a:prstGeom prst="rect">
            <a:avLst/>
          </a:prstGeom>
          <a:noFill/>
          <a:ln>
            <a:noFill/>
          </a:ln>
          <a:effectLst/>
        </p:spPr>
        <p:txBody>
          <a:bodyPr vert="horz" wrap="square" lIns="92292" tIns="46146" rIns="92292" bIns="46146" numCol="1" anchor="t" anchorCtr="0" compatLnSpc="1">
            <a:prstTxWarp prst="textNoShape">
              <a:avLst/>
            </a:prstTxWarp>
          </a:bodyPr>
          <a:lstStyle>
            <a:lvl1pPr defTabSz="923925" eaLnBrk="1" hangingPunct="1">
              <a:defRPr sz="1300">
                <a:latin typeface="Times New Roman" charset="0"/>
              </a:defRPr>
            </a:lvl1pPr>
          </a:lstStyle>
          <a:p>
            <a:pPr>
              <a:defRPr/>
            </a:pPr>
            <a:endParaRPr lang="it-IT" altLang="it-IT"/>
          </a:p>
        </p:txBody>
      </p:sp>
      <p:sp>
        <p:nvSpPr>
          <p:cNvPr id="116739" name="Rectangle 3">
            <a:extLst>
              <a:ext uri="{FF2B5EF4-FFF2-40B4-BE49-F238E27FC236}">
                <a16:creationId xmlns:a16="http://schemas.microsoft.com/office/drawing/2014/main" id="{044FB99A-676D-9393-21C3-4A60238A8AA4}"/>
              </a:ext>
            </a:extLst>
          </p:cNvPr>
          <p:cNvSpPr>
            <a:spLocks noGrp="1" noChangeArrowheads="1"/>
          </p:cNvSpPr>
          <p:nvPr>
            <p:ph type="dt" sz="quarter" idx="1"/>
          </p:nvPr>
        </p:nvSpPr>
        <p:spPr bwMode="auto">
          <a:xfrm>
            <a:off x="4146550" y="0"/>
            <a:ext cx="3168650" cy="479425"/>
          </a:xfrm>
          <a:prstGeom prst="rect">
            <a:avLst/>
          </a:prstGeom>
          <a:noFill/>
          <a:ln>
            <a:noFill/>
          </a:ln>
          <a:effectLst/>
        </p:spPr>
        <p:txBody>
          <a:bodyPr vert="horz" wrap="square" lIns="92292" tIns="46146" rIns="92292" bIns="46146" numCol="1" anchor="t" anchorCtr="0" compatLnSpc="1">
            <a:prstTxWarp prst="textNoShape">
              <a:avLst/>
            </a:prstTxWarp>
          </a:bodyPr>
          <a:lstStyle>
            <a:lvl1pPr algn="r" defTabSz="923925" eaLnBrk="1" hangingPunct="1">
              <a:defRPr sz="1300">
                <a:latin typeface="Times New Roman" charset="0"/>
              </a:defRPr>
            </a:lvl1pPr>
          </a:lstStyle>
          <a:p>
            <a:pPr>
              <a:defRPr/>
            </a:pPr>
            <a:endParaRPr lang="it-IT" altLang="it-IT"/>
          </a:p>
        </p:txBody>
      </p:sp>
      <p:sp>
        <p:nvSpPr>
          <p:cNvPr id="116740" name="Rectangle 4">
            <a:extLst>
              <a:ext uri="{FF2B5EF4-FFF2-40B4-BE49-F238E27FC236}">
                <a16:creationId xmlns:a16="http://schemas.microsoft.com/office/drawing/2014/main" id="{A7F767AD-7175-AC9C-57DF-71FF0D105DBC}"/>
              </a:ext>
            </a:extLst>
          </p:cNvPr>
          <p:cNvSpPr>
            <a:spLocks noGrp="1" noChangeArrowheads="1"/>
          </p:cNvSpPr>
          <p:nvPr>
            <p:ph type="ftr" sz="quarter" idx="2"/>
          </p:nvPr>
        </p:nvSpPr>
        <p:spPr bwMode="auto">
          <a:xfrm>
            <a:off x="0" y="9121775"/>
            <a:ext cx="3168650" cy="479425"/>
          </a:xfrm>
          <a:prstGeom prst="rect">
            <a:avLst/>
          </a:prstGeom>
          <a:noFill/>
          <a:ln>
            <a:noFill/>
          </a:ln>
          <a:effectLst/>
        </p:spPr>
        <p:txBody>
          <a:bodyPr vert="horz" wrap="square" lIns="92292" tIns="46146" rIns="92292" bIns="46146" numCol="1" anchor="b" anchorCtr="0" compatLnSpc="1">
            <a:prstTxWarp prst="textNoShape">
              <a:avLst/>
            </a:prstTxWarp>
          </a:bodyPr>
          <a:lstStyle>
            <a:lvl1pPr defTabSz="923925" eaLnBrk="1" hangingPunct="1">
              <a:defRPr sz="1300">
                <a:latin typeface="Times New Roman" charset="0"/>
              </a:defRPr>
            </a:lvl1pPr>
          </a:lstStyle>
          <a:p>
            <a:pPr>
              <a:defRPr/>
            </a:pPr>
            <a:endParaRPr lang="it-IT" altLang="it-IT"/>
          </a:p>
        </p:txBody>
      </p:sp>
      <p:sp>
        <p:nvSpPr>
          <p:cNvPr id="116741" name="Rectangle 5">
            <a:extLst>
              <a:ext uri="{FF2B5EF4-FFF2-40B4-BE49-F238E27FC236}">
                <a16:creationId xmlns:a16="http://schemas.microsoft.com/office/drawing/2014/main" id="{73B76522-7381-3345-E3F4-903404565A7F}"/>
              </a:ext>
            </a:extLst>
          </p:cNvPr>
          <p:cNvSpPr>
            <a:spLocks noGrp="1" noChangeArrowheads="1"/>
          </p:cNvSpPr>
          <p:nvPr>
            <p:ph type="sldNum" sz="quarter" idx="3"/>
          </p:nvPr>
        </p:nvSpPr>
        <p:spPr bwMode="auto">
          <a:xfrm>
            <a:off x="4146550" y="9121775"/>
            <a:ext cx="3168650" cy="479425"/>
          </a:xfrm>
          <a:prstGeom prst="rect">
            <a:avLst/>
          </a:prstGeom>
          <a:noFill/>
          <a:ln>
            <a:noFill/>
          </a:ln>
          <a:effectLst/>
        </p:spPr>
        <p:txBody>
          <a:bodyPr vert="horz" wrap="square" lIns="92292" tIns="46146" rIns="92292" bIns="46146" numCol="1" anchor="b" anchorCtr="0" compatLnSpc="1">
            <a:prstTxWarp prst="textNoShape">
              <a:avLst/>
            </a:prstTxWarp>
          </a:bodyPr>
          <a:lstStyle>
            <a:lvl1pPr algn="r" defTabSz="923925" eaLnBrk="1" hangingPunct="1">
              <a:defRPr sz="1300">
                <a:latin typeface="Times New Roman" panose="02020603050405020304" pitchFamily="18" charset="0"/>
              </a:defRPr>
            </a:lvl1pPr>
          </a:lstStyle>
          <a:p>
            <a:pPr>
              <a:defRPr/>
            </a:pPr>
            <a:fld id="{553DBDDA-A16A-304B-BB69-B3BAC310EA41}" type="slidenum">
              <a:rPr lang="it-IT" altLang="it-IT"/>
              <a:pPr>
                <a:defRPr/>
              </a:pPr>
              <a:t>‹N›</a:t>
            </a:fld>
            <a:endParaRPr lang="it-IT" altLang="it-IT"/>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a:extLst>
              <a:ext uri="{FF2B5EF4-FFF2-40B4-BE49-F238E27FC236}">
                <a16:creationId xmlns:a16="http://schemas.microsoft.com/office/drawing/2014/main" id="{6A2F0499-2B1E-8D8F-4CEF-320AEC487EF4}"/>
              </a:ext>
            </a:extLst>
          </p:cNvPr>
          <p:cNvSpPr>
            <a:spLocks noGrp="1" noChangeArrowheads="1"/>
          </p:cNvSpPr>
          <p:nvPr>
            <p:ph type="hdr" sz="quarter"/>
          </p:nvPr>
        </p:nvSpPr>
        <p:spPr bwMode="auto">
          <a:xfrm>
            <a:off x="0" y="0"/>
            <a:ext cx="3170238" cy="479425"/>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charset="0"/>
              </a:defRPr>
            </a:lvl1pPr>
          </a:lstStyle>
          <a:p>
            <a:pPr>
              <a:defRPr/>
            </a:pPr>
            <a:endParaRPr lang="en-US" altLang="it-IT"/>
          </a:p>
        </p:txBody>
      </p:sp>
      <p:sp>
        <p:nvSpPr>
          <p:cNvPr id="175107" name="Rectangle 3">
            <a:extLst>
              <a:ext uri="{FF2B5EF4-FFF2-40B4-BE49-F238E27FC236}">
                <a16:creationId xmlns:a16="http://schemas.microsoft.com/office/drawing/2014/main" id="{D003A670-C1F9-1676-FE8E-D12E7825409A}"/>
              </a:ext>
            </a:extLst>
          </p:cNvPr>
          <p:cNvSpPr>
            <a:spLocks noGrp="1" noChangeArrowheads="1"/>
          </p:cNvSpPr>
          <p:nvPr>
            <p:ph type="dt" idx="1"/>
          </p:nvPr>
        </p:nvSpPr>
        <p:spPr bwMode="auto">
          <a:xfrm>
            <a:off x="4143375" y="0"/>
            <a:ext cx="3170238" cy="47942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charset="0"/>
              </a:defRPr>
            </a:lvl1pPr>
          </a:lstStyle>
          <a:p>
            <a:pPr>
              <a:defRPr/>
            </a:pPr>
            <a:endParaRPr lang="en-US" altLang="it-IT"/>
          </a:p>
        </p:txBody>
      </p:sp>
      <p:sp>
        <p:nvSpPr>
          <p:cNvPr id="26628" name="Rectangle 4">
            <a:extLst>
              <a:ext uri="{FF2B5EF4-FFF2-40B4-BE49-F238E27FC236}">
                <a16:creationId xmlns:a16="http://schemas.microsoft.com/office/drawing/2014/main" id="{6643478F-7F12-C3DD-68C0-7987BCC0A187}"/>
              </a:ext>
            </a:extLst>
          </p:cNvPr>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9" name="Rectangle 5">
            <a:extLst>
              <a:ext uri="{FF2B5EF4-FFF2-40B4-BE49-F238E27FC236}">
                <a16:creationId xmlns:a16="http://schemas.microsoft.com/office/drawing/2014/main" id="{E2ABFBED-E89F-FEC4-CAE9-D87D04C9DFBA}"/>
              </a:ext>
            </a:extLst>
          </p:cNvPr>
          <p:cNvSpPr>
            <a:spLocks noGrp="1" noChangeArrowheads="1"/>
          </p:cNvSpPr>
          <p:nvPr>
            <p:ph type="body" sz="quarter" idx="3"/>
          </p:nvPr>
        </p:nvSpPr>
        <p:spPr bwMode="auto">
          <a:xfrm>
            <a:off x="731838" y="4560888"/>
            <a:ext cx="5851525" cy="4319587"/>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it-IT" noProof="0"/>
              <a:t>Fare clic per modificare gli stili del testo dello schema</a:t>
            </a:r>
          </a:p>
          <a:p>
            <a:pPr lvl="1"/>
            <a:r>
              <a:rPr lang="en-US" altLang="it-IT" noProof="0"/>
              <a:t>Secondo livello</a:t>
            </a:r>
          </a:p>
          <a:p>
            <a:pPr lvl="2"/>
            <a:r>
              <a:rPr lang="en-US" altLang="it-IT" noProof="0"/>
              <a:t>Terzo livello</a:t>
            </a:r>
          </a:p>
          <a:p>
            <a:pPr lvl="3"/>
            <a:r>
              <a:rPr lang="en-US" altLang="it-IT" noProof="0"/>
              <a:t>Quarto livello</a:t>
            </a:r>
          </a:p>
          <a:p>
            <a:pPr lvl="4"/>
            <a:r>
              <a:rPr lang="en-US" altLang="it-IT" noProof="0"/>
              <a:t>Quinto livello</a:t>
            </a:r>
          </a:p>
        </p:txBody>
      </p:sp>
      <p:sp>
        <p:nvSpPr>
          <p:cNvPr id="175110" name="Rectangle 6">
            <a:extLst>
              <a:ext uri="{FF2B5EF4-FFF2-40B4-BE49-F238E27FC236}">
                <a16:creationId xmlns:a16="http://schemas.microsoft.com/office/drawing/2014/main" id="{8BB1DBDC-3C98-9835-15A9-55D983C4D1BF}"/>
              </a:ext>
            </a:extLst>
          </p:cNvPr>
          <p:cNvSpPr>
            <a:spLocks noGrp="1" noChangeArrowheads="1"/>
          </p:cNvSpPr>
          <p:nvPr>
            <p:ph type="ftr" sz="quarter" idx="4"/>
          </p:nvPr>
        </p:nvSpPr>
        <p:spPr bwMode="auto">
          <a:xfrm>
            <a:off x="0" y="9120188"/>
            <a:ext cx="3170238" cy="479425"/>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charset="0"/>
              </a:defRPr>
            </a:lvl1pPr>
          </a:lstStyle>
          <a:p>
            <a:pPr>
              <a:defRPr/>
            </a:pPr>
            <a:endParaRPr lang="en-US" altLang="it-IT"/>
          </a:p>
        </p:txBody>
      </p:sp>
      <p:sp>
        <p:nvSpPr>
          <p:cNvPr id="175111" name="Rectangle 7">
            <a:extLst>
              <a:ext uri="{FF2B5EF4-FFF2-40B4-BE49-F238E27FC236}">
                <a16:creationId xmlns:a16="http://schemas.microsoft.com/office/drawing/2014/main" id="{ED9EBB42-67BF-0B54-4752-3F3998E16CC2}"/>
              </a:ext>
            </a:extLst>
          </p:cNvPr>
          <p:cNvSpPr>
            <a:spLocks noGrp="1" noChangeArrowheads="1"/>
          </p:cNvSpPr>
          <p:nvPr>
            <p:ph type="sldNum" sz="quarter" idx="5"/>
          </p:nvPr>
        </p:nvSpPr>
        <p:spPr bwMode="auto">
          <a:xfrm>
            <a:off x="4143375" y="9120188"/>
            <a:ext cx="3170238" cy="479425"/>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15EF2CA9-A9E9-BC46-AFFA-55FEF31C0DC8}" type="slidenum">
              <a:rPr lang="en-US" altLang="it-IT"/>
              <a:pPr>
                <a:defRPr/>
              </a:pPr>
              <a:t>‹N›</a:t>
            </a:fld>
            <a:endParaRPr lang="en-US" altLang="it-IT"/>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6BACFD3E-FEE5-884A-3986-EAA2E349846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0" hangingPunct="0">
              <a:spcBef>
                <a:spcPct val="0"/>
              </a:spcBef>
            </a:pPr>
            <a:fld id="{3CAE1AFC-3922-4142-82FD-570204C271CE}" type="slidenum">
              <a:rPr lang="en-US" altLang="it-IT" smtClean="0"/>
              <a:pPr eaLnBrk="0" hangingPunct="0">
                <a:spcBef>
                  <a:spcPct val="0"/>
                </a:spcBef>
              </a:pPr>
              <a:t>1</a:t>
            </a:fld>
            <a:endParaRPr lang="en-US" altLang="it-IT"/>
          </a:p>
        </p:txBody>
      </p:sp>
      <p:sp>
        <p:nvSpPr>
          <p:cNvPr id="29698" name="Rectangle 2">
            <a:extLst>
              <a:ext uri="{FF2B5EF4-FFF2-40B4-BE49-F238E27FC236}">
                <a16:creationId xmlns:a16="http://schemas.microsoft.com/office/drawing/2014/main" id="{C5D2E448-1521-9E1D-BCCA-2DF96AE12A53}"/>
              </a:ext>
            </a:extLst>
          </p:cNvPr>
          <p:cNvSpPr txBox="1">
            <a:spLocks noGrp="1" noChangeArrowheads="1"/>
          </p:cNvSpPr>
          <p:nvPr/>
        </p:nvSpPr>
        <p:spPr bwMode="auto">
          <a:xfrm>
            <a:off x="0" y="0"/>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eaLnBrk="1" hangingPunct="1">
              <a:spcBef>
                <a:spcPct val="0"/>
              </a:spcBef>
            </a:pPr>
            <a:r>
              <a:rPr lang="en-US" altLang="it-IT">
                <a:latin typeface="Arial" panose="020B0604020202020204" pitchFamily="34" charset="0"/>
              </a:rPr>
              <a:t>Università di Napoli Federico II - Facoltà di Ingegneria - Corso di Laurea in Ingegneria Informatica</a:t>
            </a:r>
          </a:p>
        </p:txBody>
      </p:sp>
      <p:sp>
        <p:nvSpPr>
          <p:cNvPr id="29699" name="Rectangle 2">
            <a:extLst>
              <a:ext uri="{FF2B5EF4-FFF2-40B4-BE49-F238E27FC236}">
                <a16:creationId xmlns:a16="http://schemas.microsoft.com/office/drawing/2014/main" id="{00A706CB-48DD-BAC9-F7C2-B7F8D77C478D}"/>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ECBA37CB-FDD5-317C-DC9E-46C7877254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it-IT" altLang="it-IT">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Segnaposto immagine diapositiva 1">
            <a:extLst>
              <a:ext uri="{FF2B5EF4-FFF2-40B4-BE49-F238E27FC236}">
                <a16:creationId xmlns:a16="http://schemas.microsoft.com/office/drawing/2014/main" id="{1C221947-34C2-AA05-9D07-F0883A6AC8AE}"/>
              </a:ext>
            </a:extLst>
          </p:cNvPr>
          <p:cNvSpPr>
            <a:spLocks noGrp="1" noRot="1" noChangeAspect="1" noChangeArrowheads="1" noTextEdit="1"/>
          </p:cNvSpPr>
          <p:nvPr>
            <p:ph type="sldImg"/>
          </p:nvPr>
        </p:nvSpPr>
        <p:spPr>
          <a:ln/>
        </p:spPr>
      </p:sp>
      <p:sp>
        <p:nvSpPr>
          <p:cNvPr id="53250" name="Segnaposto note 2">
            <a:extLst>
              <a:ext uri="{FF2B5EF4-FFF2-40B4-BE49-F238E27FC236}">
                <a16:creationId xmlns:a16="http://schemas.microsoft.com/office/drawing/2014/main" id="{FB36CF3F-A3C0-4FDC-2830-3A0BD64C86C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Times New Roman" panose="02020603050405020304" pitchFamily="18" charset="0"/>
            </a:endParaRPr>
          </a:p>
        </p:txBody>
      </p:sp>
      <p:sp>
        <p:nvSpPr>
          <p:cNvPr id="53251" name="Segnaposto numero diapositiva 3">
            <a:extLst>
              <a:ext uri="{FF2B5EF4-FFF2-40B4-BE49-F238E27FC236}">
                <a16:creationId xmlns:a16="http://schemas.microsoft.com/office/drawing/2014/main" id="{889AAF2C-BE17-A88A-AB50-4F8BC1224ED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2FC5691-A995-E54F-94D6-C2A8A17B0014}" type="slidenum">
              <a:rPr lang="en-US" altLang="it-IT" smtClean="0">
                <a:latin typeface="Times New Roman" panose="02020603050405020304" pitchFamily="18" charset="0"/>
              </a:rPr>
              <a:pPr/>
              <a:t>5</a:t>
            </a:fld>
            <a:endParaRPr lang="en-US" altLang="it-IT">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egnaposto immagine diapositiva 1">
            <a:extLst>
              <a:ext uri="{FF2B5EF4-FFF2-40B4-BE49-F238E27FC236}">
                <a16:creationId xmlns:a16="http://schemas.microsoft.com/office/drawing/2014/main" id="{9D4B907E-A330-920B-0142-DDE25FCEA803}"/>
              </a:ext>
            </a:extLst>
          </p:cNvPr>
          <p:cNvSpPr>
            <a:spLocks noGrp="1" noRot="1" noChangeAspect="1" noChangeArrowheads="1" noTextEdit="1"/>
          </p:cNvSpPr>
          <p:nvPr>
            <p:ph type="sldImg"/>
          </p:nvPr>
        </p:nvSpPr>
        <p:spPr>
          <a:ln/>
        </p:spPr>
      </p:sp>
      <p:sp>
        <p:nvSpPr>
          <p:cNvPr id="59394" name="Segnaposto note 2">
            <a:extLst>
              <a:ext uri="{FF2B5EF4-FFF2-40B4-BE49-F238E27FC236}">
                <a16:creationId xmlns:a16="http://schemas.microsoft.com/office/drawing/2014/main" id="{9CD05FFA-5B39-8C42-98D2-25CC8C30B47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it-IT" altLang="it-IT">
              <a:latin typeface="Times New Roman" panose="02020603050405020304" pitchFamily="18" charset="0"/>
            </a:endParaRPr>
          </a:p>
        </p:txBody>
      </p:sp>
      <p:sp>
        <p:nvSpPr>
          <p:cNvPr id="59395" name="Segnaposto numero diapositiva 3">
            <a:extLst>
              <a:ext uri="{FF2B5EF4-FFF2-40B4-BE49-F238E27FC236}">
                <a16:creationId xmlns:a16="http://schemas.microsoft.com/office/drawing/2014/main" id="{D9DF81B1-C5D8-614C-1678-296386BC6DB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2C155D1-22AF-4342-8C0C-2D09F9D89B86}" type="slidenum">
              <a:rPr lang="en-US" altLang="it-IT" smtClean="0">
                <a:latin typeface="Times New Roman" panose="02020603050405020304" pitchFamily="18" charset="0"/>
              </a:rPr>
              <a:pPr/>
              <a:t>19</a:t>
            </a:fld>
            <a:endParaRPr lang="en-US" altLang="it-IT">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E3379A16-35F8-C783-1DC8-4F8E3D91AC85}"/>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it-IT"/>
          </a:p>
        </p:txBody>
      </p:sp>
      <p:grpSp>
        <p:nvGrpSpPr>
          <p:cNvPr id="3" name="Group 8">
            <a:extLst>
              <a:ext uri="{FF2B5EF4-FFF2-40B4-BE49-F238E27FC236}">
                <a16:creationId xmlns:a16="http://schemas.microsoft.com/office/drawing/2014/main" id="{6FCA53EC-3DE6-8876-B24A-E0501869C670}"/>
              </a:ext>
            </a:extLst>
          </p:cNvPr>
          <p:cNvGrpSpPr>
            <a:grpSpLocks/>
          </p:cNvGrpSpPr>
          <p:nvPr/>
        </p:nvGrpSpPr>
        <p:grpSpPr bwMode="auto">
          <a:xfrm>
            <a:off x="7493000" y="2992438"/>
            <a:ext cx="1338263" cy="2189162"/>
            <a:chOff x="4704" y="1885"/>
            <a:chExt cx="843" cy="1379"/>
          </a:xfrm>
        </p:grpSpPr>
        <p:sp>
          <p:nvSpPr>
            <p:cNvPr id="4" name="Oval 9">
              <a:extLst>
                <a:ext uri="{FF2B5EF4-FFF2-40B4-BE49-F238E27FC236}">
                  <a16:creationId xmlns:a16="http://schemas.microsoft.com/office/drawing/2014/main" id="{3892BB78-2FB0-3D9B-812F-FBB11546BB47}"/>
                </a:ext>
              </a:extLst>
            </p:cNvPr>
            <p:cNvSpPr>
              <a:spLocks noChangeArrowheads="1"/>
            </p:cNvSpPr>
            <p:nvPr/>
          </p:nvSpPr>
          <p:spPr bwMode="auto">
            <a:xfrm>
              <a:off x="4704" y="1885"/>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5" name="Oval 10">
              <a:extLst>
                <a:ext uri="{FF2B5EF4-FFF2-40B4-BE49-F238E27FC236}">
                  <a16:creationId xmlns:a16="http://schemas.microsoft.com/office/drawing/2014/main" id="{EFDBEAE4-49A5-AEAF-A455-C020F88A8A44}"/>
                </a:ext>
              </a:extLst>
            </p:cNvPr>
            <p:cNvSpPr>
              <a:spLocks noChangeArrowheads="1"/>
            </p:cNvSpPr>
            <p:nvPr/>
          </p:nvSpPr>
          <p:spPr bwMode="auto">
            <a:xfrm>
              <a:off x="4883" y="1885"/>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6" name="Oval 11">
              <a:extLst>
                <a:ext uri="{FF2B5EF4-FFF2-40B4-BE49-F238E27FC236}">
                  <a16:creationId xmlns:a16="http://schemas.microsoft.com/office/drawing/2014/main" id="{4775D541-09D1-421A-F228-B906E67676AA}"/>
                </a:ext>
              </a:extLst>
            </p:cNvPr>
            <p:cNvSpPr>
              <a:spLocks noChangeArrowheads="1"/>
            </p:cNvSpPr>
            <p:nvPr/>
          </p:nvSpPr>
          <p:spPr bwMode="auto">
            <a:xfrm>
              <a:off x="5062" y="1885"/>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7" name="Oval 12">
              <a:extLst>
                <a:ext uri="{FF2B5EF4-FFF2-40B4-BE49-F238E27FC236}">
                  <a16:creationId xmlns:a16="http://schemas.microsoft.com/office/drawing/2014/main" id="{7D3EDB4C-F651-E8AE-142B-4F62AE9DA04E}"/>
                </a:ext>
              </a:extLst>
            </p:cNvPr>
            <p:cNvSpPr>
              <a:spLocks noChangeArrowheads="1"/>
            </p:cNvSpPr>
            <p:nvPr/>
          </p:nvSpPr>
          <p:spPr bwMode="auto">
            <a:xfrm>
              <a:off x="4704" y="2064"/>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8" name="Oval 13">
              <a:extLst>
                <a:ext uri="{FF2B5EF4-FFF2-40B4-BE49-F238E27FC236}">
                  <a16:creationId xmlns:a16="http://schemas.microsoft.com/office/drawing/2014/main" id="{DD10B750-43D7-8C76-73A7-64E042BC822A}"/>
                </a:ext>
              </a:extLst>
            </p:cNvPr>
            <p:cNvSpPr>
              <a:spLocks noChangeArrowheads="1"/>
            </p:cNvSpPr>
            <p:nvPr/>
          </p:nvSpPr>
          <p:spPr bwMode="auto">
            <a:xfrm>
              <a:off x="4883" y="2064"/>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9" name="Oval 14">
              <a:extLst>
                <a:ext uri="{FF2B5EF4-FFF2-40B4-BE49-F238E27FC236}">
                  <a16:creationId xmlns:a16="http://schemas.microsoft.com/office/drawing/2014/main" id="{B3BEA935-9963-03F9-4917-309781D6A5EE}"/>
                </a:ext>
              </a:extLst>
            </p:cNvPr>
            <p:cNvSpPr>
              <a:spLocks noChangeArrowheads="1"/>
            </p:cNvSpPr>
            <p:nvPr/>
          </p:nvSpPr>
          <p:spPr bwMode="auto">
            <a:xfrm>
              <a:off x="5062" y="2064"/>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 name="Oval 15">
              <a:extLst>
                <a:ext uri="{FF2B5EF4-FFF2-40B4-BE49-F238E27FC236}">
                  <a16:creationId xmlns:a16="http://schemas.microsoft.com/office/drawing/2014/main" id="{EEEF0CE2-5FE2-C0F6-352E-24DF830AF739}"/>
                </a:ext>
              </a:extLst>
            </p:cNvPr>
            <p:cNvSpPr>
              <a:spLocks noChangeArrowheads="1"/>
            </p:cNvSpPr>
            <p:nvPr/>
          </p:nvSpPr>
          <p:spPr bwMode="auto">
            <a:xfrm>
              <a:off x="5241" y="2064"/>
              <a:ext cx="127" cy="12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1" name="Oval 16">
              <a:extLst>
                <a:ext uri="{FF2B5EF4-FFF2-40B4-BE49-F238E27FC236}">
                  <a16:creationId xmlns:a16="http://schemas.microsoft.com/office/drawing/2014/main" id="{BD430A22-A05A-5A48-D0D1-815E6E1C1AAA}"/>
                </a:ext>
              </a:extLst>
            </p:cNvPr>
            <p:cNvSpPr>
              <a:spLocks noChangeArrowheads="1"/>
            </p:cNvSpPr>
            <p:nvPr/>
          </p:nvSpPr>
          <p:spPr bwMode="auto">
            <a:xfrm>
              <a:off x="4704" y="2243"/>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2" name="Oval 17">
              <a:extLst>
                <a:ext uri="{FF2B5EF4-FFF2-40B4-BE49-F238E27FC236}">
                  <a16:creationId xmlns:a16="http://schemas.microsoft.com/office/drawing/2014/main" id="{0EB55E7F-AFDC-8835-3A9E-89C9B39D39E7}"/>
                </a:ext>
              </a:extLst>
            </p:cNvPr>
            <p:cNvSpPr>
              <a:spLocks noChangeArrowheads="1"/>
            </p:cNvSpPr>
            <p:nvPr/>
          </p:nvSpPr>
          <p:spPr bwMode="auto">
            <a:xfrm>
              <a:off x="4883" y="2243"/>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3" name="Oval 18">
              <a:extLst>
                <a:ext uri="{FF2B5EF4-FFF2-40B4-BE49-F238E27FC236}">
                  <a16:creationId xmlns:a16="http://schemas.microsoft.com/office/drawing/2014/main" id="{8A71A6D8-96CF-E63D-961B-F583C868DD2E}"/>
                </a:ext>
              </a:extLst>
            </p:cNvPr>
            <p:cNvSpPr>
              <a:spLocks noChangeArrowheads="1"/>
            </p:cNvSpPr>
            <p:nvPr/>
          </p:nvSpPr>
          <p:spPr bwMode="auto">
            <a:xfrm>
              <a:off x="5062" y="2243"/>
              <a:ext cx="127" cy="12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4" name="Oval 19">
              <a:extLst>
                <a:ext uri="{FF2B5EF4-FFF2-40B4-BE49-F238E27FC236}">
                  <a16:creationId xmlns:a16="http://schemas.microsoft.com/office/drawing/2014/main" id="{6F9D8DDE-04C9-8254-E872-15F000B0EB45}"/>
                </a:ext>
              </a:extLst>
            </p:cNvPr>
            <p:cNvSpPr>
              <a:spLocks noChangeArrowheads="1"/>
            </p:cNvSpPr>
            <p:nvPr/>
          </p:nvSpPr>
          <p:spPr bwMode="auto">
            <a:xfrm>
              <a:off x="5241" y="2243"/>
              <a:ext cx="127" cy="12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5" name="Oval 20">
              <a:extLst>
                <a:ext uri="{FF2B5EF4-FFF2-40B4-BE49-F238E27FC236}">
                  <a16:creationId xmlns:a16="http://schemas.microsoft.com/office/drawing/2014/main" id="{41AEE1B3-6DE4-CF0B-A5AB-4B924D261C90}"/>
                </a:ext>
              </a:extLst>
            </p:cNvPr>
            <p:cNvSpPr>
              <a:spLocks noChangeArrowheads="1"/>
            </p:cNvSpPr>
            <p:nvPr/>
          </p:nvSpPr>
          <p:spPr bwMode="auto">
            <a:xfrm>
              <a:off x="5420" y="2243"/>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6" name="Oval 21">
              <a:extLst>
                <a:ext uri="{FF2B5EF4-FFF2-40B4-BE49-F238E27FC236}">
                  <a16:creationId xmlns:a16="http://schemas.microsoft.com/office/drawing/2014/main" id="{FC5F80BC-BA60-EAB8-1820-2FF54E21D6F3}"/>
                </a:ext>
              </a:extLst>
            </p:cNvPr>
            <p:cNvSpPr>
              <a:spLocks noChangeArrowheads="1"/>
            </p:cNvSpPr>
            <p:nvPr/>
          </p:nvSpPr>
          <p:spPr bwMode="auto">
            <a:xfrm>
              <a:off x="4704" y="2421"/>
              <a:ext cx="127" cy="128"/>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7" name="Oval 22">
              <a:extLst>
                <a:ext uri="{FF2B5EF4-FFF2-40B4-BE49-F238E27FC236}">
                  <a16:creationId xmlns:a16="http://schemas.microsoft.com/office/drawing/2014/main" id="{E91F0D84-AFE6-3894-44FF-1573A8344BD8}"/>
                </a:ext>
              </a:extLst>
            </p:cNvPr>
            <p:cNvSpPr>
              <a:spLocks noChangeArrowheads="1"/>
            </p:cNvSpPr>
            <p:nvPr/>
          </p:nvSpPr>
          <p:spPr bwMode="auto">
            <a:xfrm>
              <a:off x="4883" y="2421"/>
              <a:ext cx="127" cy="128"/>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8" name="Oval 23">
              <a:extLst>
                <a:ext uri="{FF2B5EF4-FFF2-40B4-BE49-F238E27FC236}">
                  <a16:creationId xmlns:a16="http://schemas.microsoft.com/office/drawing/2014/main" id="{E41A2AFC-A4CC-B01A-41F3-8020CD1390F4}"/>
                </a:ext>
              </a:extLst>
            </p:cNvPr>
            <p:cNvSpPr>
              <a:spLocks noChangeArrowheads="1"/>
            </p:cNvSpPr>
            <p:nvPr/>
          </p:nvSpPr>
          <p:spPr bwMode="auto">
            <a:xfrm>
              <a:off x="5062" y="2421"/>
              <a:ext cx="127" cy="128"/>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9" name="Oval 24">
              <a:extLst>
                <a:ext uri="{FF2B5EF4-FFF2-40B4-BE49-F238E27FC236}">
                  <a16:creationId xmlns:a16="http://schemas.microsoft.com/office/drawing/2014/main" id="{59E85526-92E8-763D-5940-DF911E33D824}"/>
                </a:ext>
              </a:extLst>
            </p:cNvPr>
            <p:cNvSpPr>
              <a:spLocks noChangeArrowheads="1"/>
            </p:cNvSpPr>
            <p:nvPr/>
          </p:nvSpPr>
          <p:spPr bwMode="auto">
            <a:xfrm>
              <a:off x="5241" y="2421"/>
              <a:ext cx="127" cy="128"/>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0" name="Oval 25">
              <a:extLst>
                <a:ext uri="{FF2B5EF4-FFF2-40B4-BE49-F238E27FC236}">
                  <a16:creationId xmlns:a16="http://schemas.microsoft.com/office/drawing/2014/main" id="{AB5CDBF0-896E-FF9C-64CB-0E66FDC83010}"/>
                </a:ext>
              </a:extLst>
            </p:cNvPr>
            <p:cNvSpPr>
              <a:spLocks noChangeArrowheads="1"/>
            </p:cNvSpPr>
            <p:nvPr/>
          </p:nvSpPr>
          <p:spPr bwMode="auto">
            <a:xfrm>
              <a:off x="4704" y="2600"/>
              <a:ext cx="127" cy="128"/>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1" name="Oval 26">
              <a:extLst>
                <a:ext uri="{FF2B5EF4-FFF2-40B4-BE49-F238E27FC236}">
                  <a16:creationId xmlns:a16="http://schemas.microsoft.com/office/drawing/2014/main" id="{E56C01C0-EB53-4112-5CC3-9F1ECC064FBE}"/>
                </a:ext>
              </a:extLst>
            </p:cNvPr>
            <p:cNvSpPr>
              <a:spLocks noChangeArrowheads="1"/>
            </p:cNvSpPr>
            <p:nvPr/>
          </p:nvSpPr>
          <p:spPr bwMode="auto">
            <a:xfrm>
              <a:off x="4883" y="2600"/>
              <a:ext cx="127" cy="128"/>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2" name="Oval 27">
              <a:extLst>
                <a:ext uri="{FF2B5EF4-FFF2-40B4-BE49-F238E27FC236}">
                  <a16:creationId xmlns:a16="http://schemas.microsoft.com/office/drawing/2014/main" id="{55CE0025-1143-CE6F-39AF-0F4BA9386BFB}"/>
                </a:ext>
              </a:extLst>
            </p:cNvPr>
            <p:cNvSpPr>
              <a:spLocks noChangeArrowheads="1"/>
            </p:cNvSpPr>
            <p:nvPr/>
          </p:nvSpPr>
          <p:spPr bwMode="auto">
            <a:xfrm>
              <a:off x="5062" y="2600"/>
              <a:ext cx="127" cy="128"/>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3" name="Oval 28">
              <a:extLst>
                <a:ext uri="{FF2B5EF4-FFF2-40B4-BE49-F238E27FC236}">
                  <a16:creationId xmlns:a16="http://schemas.microsoft.com/office/drawing/2014/main" id="{C6B26232-0116-C11C-3D10-2EBF2785EE5D}"/>
                </a:ext>
              </a:extLst>
            </p:cNvPr>
            <p:cNvSpPr>
              <a:spLocks noChangeArrowheads="1"/>
            </p:cNvSpPr>
            <p:nvPr/>
          </p:nvSpPr>
          <p:spPr bwMode="auto">
            <a:xfrm>
              <a:off x="5241" y="2600"/>
              <a:ext cx="127" cy="128"/>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4" name="Oval 29">
              <a:extLst>
                <a:ext uri="{FF2B5EF4-FFF2-40B4-BE49-F238E27FC236}">
                  <a16:creationId xmlns:a16="http://schemas.microsoft.com/office/drawing/2014/main" id="{A1CE7010-A252-3E5C-D38A-9B85899D4CD3}"/>
                </a:ext>
              </a:extLst>
            </p:cNvPr>
            <p:cNvSpPr>
              <a:spLocks noChangeArrowheads="1"/>
            </p:cNvSpPr>
            <p:nvPr/>
          </p:nvSpPr>
          <p:spPr bwMode="auto">
            <a:xfrm>
              <a:off x="5420" y="2600"/>
              <a:ext cx="127" cy="128"/>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5" name="Oval 30">
              <a:extLst>
                <a:ext uri="{FF2B5EF4-FFF2-40B4-BE49-F238E27FC236}">
                  <a16:creationId xmlns:a16="http://schemas.microsoft.com/office/drawing/2014/main" id="{90578B60-2E76-7275-8C3A-F7A52C00731A}"/>
                </a:ext>
              </a:extLst>
            </p:cNvPr>
            <p:cNvSpPr>
              <a:spLocks noChangeArrowheads="1"/>
            </p:cNvSpPr>
            <p:nvPr/>
          </p:nvSpPr>
          <p:spPr bwMode="auto">
            <a:xfrm>
              <a:off x="4704" y="2779"/>
              <a:ext cx="127" cy="12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6" name="Oval 31">
              <a:extLst>
                <a:ext uri="{FF2B5EF4-FFF2-40B4-BE49-F238E27FC236}">
                  <a16:creationId xmlns:a16="http://schemas.microsoft.com/office/drawing/2014/main" id="{D64AD111-B357-16DE-9F5D-647F135361FD}"/>
                </a:ext>
              </a:extLst>
            </p:cNvPr>
            <p:cNvSpPr>
              <a:spLocks noChangeArrowheads="1"/>
            </p:cNvSpPr>
            <p:nvPr/>
          </p:nvSpPr>
          <p:spPr bwMode="auto">
            <a:xfrm>
              <a:off x="4883" y="2779"/>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7" name="Oval 32">
              <a:extLst>
                <a:ext uri="{FF2B5EF4-FFF2-40B4-BE49-F238E27FC236}">
                  <a16:creationId xmlns:a16="http://schemas.microsoft.com/office/drawing/2014/main" id="{65F1E4E6-FA6A-0C08-B961-DE05B4AF0064}"/>
                </a:ext>
              </a:extLst>
            </p:cNvPr>
            <p:cNvSpPr>
              <a:spLocks noChangeArrowheads="1"/>
            </p:cNvSpPr>
            <p:nvPr/>
          </p:nvSpPr>
          <p:spPr bwMode="auto">
            <a:xfrm>
              <a:off x="5062" y="2779"/>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8" name="Oval 33">
              <a:extLst>
                <a:ext uri="{FF2B5EF4-FFF2-40B4-BE49-F238E27FC236}">
                  <a16:creationId xmlns:a16="http://schemas.microsoft.com/office/drawing/2014/main" id="{95490456-FF32-15CF-892C-3BBCF2F69CC5}"/>
                </a:ext>
              </a:extLst>
            </p:cNvPr>
            <p:cNvSpPr>
              <a:spLocks noChangeArrowheads="1"/>
            </p:cNvSpPr>
            <p:nvPr/>
          </p:nvSpPr>
          <p:spPr bwMode="auto">
            <a:xfrm>
              <a:off x="5241" y="2779"/>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29" name="Oval 34">
              <a:extLst>
                <a:ext uri="{FF2B5EF4-FFF2-40B4-BE49-F238E27FC236}">
                  <a16:creationId xmlns:a16="http://schemas.microsoft.com/office/drawing/2014/main" id="{540BE1CA-C896-0F8A-4484-510D028B2EA0}"/>
                </a:ext>
              </a:extLst>
            </p:cNvPr>
            <p:cNvSpPr>
              <a:spLocks noChangeArrowheads="1"/>
            </p:cNvSpPr>
            <p:nvPr/>
          </p:nvSpPr>
          <p:spPr bwMode="auto">
            <a:xfrm>
              <a:off x="4704" y="2958"/>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30" name="Oval 35">
              <a:extLst>
                <a:ext uri="{FF2B5EF4-FFF2-40B4-BE49-F238E27FC236}">
                  <a16:creationId xmlns:a16="http://schemas.microsoft.com/office/drawing/2014/main" id="{C44FF87F-3DB4-EFC6-5E1A-33A4F652086A}"/>
                </a:ext>
              </a:extLst>
            </p:cNvPr>
            <p:cNvSpPr>
              <a:spLocks noChangeArrowheads="1"/>
            </p:cNvSpPr>
            <p:nvPr/>
          </p:nvSpPr>
          <p:spPr bwMode="auto">
            <a:xfrm>
              <a:off x="4883" y="2958"/>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31" name="Oval 36">
              <a:extLst>
                <a:ext uri="{FF2B5EF4-FFF2-40B4-BE49-F238E27FC236}">
                  <a16:creationId xmlns:a16="http://schemas.microsoft.com/office/drawing/2014/main" id="{177F1F94-821D-1162-8F8D-C7CE111589EB}"/>
                </a:ext>
              </a:extLst>
            </p:cNvPr>
            <p:cNvSpPr>
              <a:spLocks noChangeArrowheads="1"/>
            </p:cNvSpPr>
            <p:nvPr/>
          </p:nvSpPr>
          <p:spPr bwMode="auto">
            <a:xfrm>
              <a:off x="5062" y="2958"/>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32" name="Oval 37">
              <a:extLst>
                <a:ext uri="{FF2B5EF4-FFF2-40B4-BE49-F238E27FC236}">
                  <a16:creationId xmlns:a16="http://schemas.microsoft.com/office/drawing/2014/main" id="{58A1D00C-539C-4555-4885-83F36F15C0B6}"/>
                </a:ext>
              </a:extLst>
            </p:cNvPr>
            <p:cNvSpPr>
              <a:spLocks noChangeArrowheads="1"/>
            </p:cNvSpPr>
            <p:nvPr/>
          </p:nvSpPr>
          <p:spPr bwMode="auto">
            <a:xfrm>
              <a:off x="5241" y="2958"/>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33" name="Oval 38">
              <a:extLst>
                <a:ext uri="{FF2B5EF4-FFF2-40B4-BE49-F238E27FC236}">
                  <a16:creationId xmlns:a16="http://schemas.microsoft.com/office/drawing/2014/main" id="{7BFB4876-BA05-830B-A63E-AA55CC95E177}"/>
                </a:ext>
              </a:extLst>
            </p:cNvPr>
            <p:cNvSpPr>
              <a:spLocks noChangeArrowheads="1"/>
            </p:cNvSpPr>
            <p:nvPr/>
          </p:nvSpPr>
          <p:spPr bwMode="auto">
            <a:xfrm>
              <a:off x="4883" y="3137"/>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34" name="Oval 39">
              <a:extLst>
                <a:ext uri="{FF2B5EF4-FFF2-40B4-BE49-F238E27FC236}">
                  <a16:creationId xmlns:a16="http://schemas.microsoft.com/office/drawing/2014/main" id="{7E7CD4AC-22B5-DA22-646F-A1A5486EE2A3}"/>
                </a:ext>
              </a:extLst>
            </p:cNvPr>
            <p:cNvSpPr>
              <a:spLocks noChangeArrowheads="1"/>
            </p:cNvSpPr>
            <p:nvPr/>
          </p:nvSpPr>
          <p:spPr bwMode="auto">
            <a:xfrm>
              <a:off x="5241" y="3137"/>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grpSp>
      <p:sp>
        <p:nvSpPr>
          <p:cNvPr id="35" name="Line 40">
            <a:extLst>
              <a:ext uri="{FF2B5EF4-FFF2-40B4-BE49-F238E27FC236}">
                <a16:creationId xmlns:a16="http://schemas.microsoft.com/office/drawing/2014/main" id="{A9E2CD33-FB99-56AA-A54B-1DCE4560E464}"/>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72035" name="Rectangle 3"/>
          <p:cNvSpPr>
            <a:spLocks noGrp="1" noChangeArrowheads="1"/>
          </p:cNvSpPr>
          <p:nvPr>
            <p:ph type="ctrTitle"/>
          </p:nvPr>
        </p:nvSpPr>
        <p:spPr>
          <a:xfrm>
            <a:off x="315913" y="466725"/>
            <a:ext cx="6781800" cy="2133600"/>
          </a:xfrm>
        </p:spPr>
        <p:txBody>
          <a:bodyPr/>
          <a:lstStyle>
            <a:lvl1pPr algn="r">
              <a:defRPr sz="4800"/>
            </a:lvl1pPr>
          </a:lstStyle>
          <a:p>
            <a:pPr lvl="0"/>
            <a:r>
              <a:rPr lang="en-US" altLang="en-US" noProof="0"/>
              <a:t>Fare clic per modificare lo stile del titolo</a:t>
            </a:r>
          </a:p>
        </p:txBody>
      </p:sp>
      <p:sp>
        <p:nvSpPr>
          <p:cNvPr id="172036" name="Rectangle 4"/>
          <p:cNvSpPr>
            <a:spLocks noGrp="1" noChangeArrowheads="1"/>
          </p:cNvSpPr>
          <p:nvPr>
            <p:ph type="subTitle" idx="1"/>
          </p:nvPr>
        </p:nvSpPr>
        <p:spPr>
          <a:xfrm>
            <a:off x="849313" y="3049588"/>
            <a:ext cx="6248400" cy="2362200"/>
          </a:xfrm>
        </p:spPr>
        <p:txBody>
          <a:bodyPr/>
          <a:lstStyle>
            <a:lvl1pPr marL="0" indent="0" algn="r">
              <a:buFont typeface="Wingdings" pitchFamily="2" charset="2"/>
              <a:buNone/>
              <a:defRPr sz="3200"/>
            </a:lvl1pPr>
          </a:lstStyle>
          <a:p>
            <a:pPr lvl="0"/>
            <a:r>
              <a:rPr lang="en-US" altLang="en-US" noProof="0"/>
              <a:t>Fare clic per modificare lo stile del sottotitolo dello schema</a:t>
            </a:r>
          </a:p>
        </p:txBody>
      </p:sp>
      <p:sp>
        <p:nvSpPr>
          <p:cNvPr id="36" name="Rectangle 5">
            <a:extLst>
              <a:ext uri="{FF2B5EF4-FFF2-40B4-BE49-F238E27FC236}">
                <a16:creationId xmlns:a16="http://schemas.microsoft.com/office/drawing/2014/main" id="{58057ACD-4FE6-52BA-D0F3-6502939F2805}"/>
              </a:ext>
            </a:extLst>
          </p:cNvPr>
          <p:cNvSpPr>
            <a:spLocks noGrp="1" noChangeArrowheads="1"/>
          </p:cNvSpPr>
          <p:nvPr>
            <p:ph type="dt" sz="half" idx="10"/>
          </p:nvPr>
        </p:nvSpPr>
        <p:spPr/>
        <p:txBody>
          <a:bodyPr/>
          <a:lstStyle>
            <a:lvl1pPr>
              <a:defRPr/>
            </a:lvl1pPr>
          </a:lstStyle>
          <a:p>
            <a:pPr>
              <a:defRPr/>
            </a:pPr>
            <a:endParaRPr lang="en-US" altLang="en-US"/>
          </a:p>
        </p:txBody>
      </p:sp>
      <p:sp>
        <p:nvSpPr>
          <p:cNvPr id="37" name="Rectangle 6">
            <a:extLst>
              <a:ext uri="{FF2B5EF4-FFF2-40B4-BE49-F238E27FC236}">
                <a16:creationId xmlns:a16="http://schemas.microsoft.com/office/drawing/2014/main" id="{C43D4F71-43FC-EC72-52F1-FA0D715483A4}"/>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38" name="Rectangle 7">
            <a:extLst>
              <a:ext uri="{FF2B5EF4-FFF2-40B4-BE49-F238E27FC236}">
                <a16:creationId xmlns:a16="http://schemas.microsoft.com/office/drawing/2014/main" id="{2A1C43C4-9A92-5CC4-C765-4CC3D0DD3DDF}"/>
              </a:ext>
            </a:extLst>
          </p:cNvPr>
          <p:cNvSpPr>
            <a:spLocks noGrp="1" noChangeArrowheads="1"/>
          </p:cNvSpPr>
          <p:nvPr>
            <p:ph type="sldNum" sz="quarter" idx="12"/>
          </p:nvPr>
        </p:nvSpPr>
        <p:spPr/>
        <p:txBody>
          <a:bodyPr/>
          <a:lstStyle>
            <a:lvl1pPr>
              <a:defRPr/>
            </a:lvl1pPr>
          </a:lstStyle>
          <a:p>
            <a:pPr>
              <a:defRPr/>
            </a:pPr>
            <a:fld id="{FDCAF0BD-BD34-7146-AD3F-A2A5F7EAD504}" type="slidenum">
              <a:rPr lang="en-US" altLang="en-US"/>
              <a:pPr>
                <a:defRPr/>
              </a:pPr>
              <a:t>‹N›</a:t>
            </a:fld>
            <a:endParaRPr lang="en-US" altLang="en-US"/>
          </a:p>
        </p:txBody>
      </p:sp>
    </p:spTree>
    <p:extLst>
      <p:ext uri="{BB962C8B-B14F-4D97-AF65-F5344CB8AC3E}">
        <p14:creationId xmlns:p14="http://schemas.microsoft.com/office/powerpoint/2010/main" val="2134637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5">
            <a:extLst>
              <a:ext uri="{FF2B5EF4-FFF2-40B4-BE49-F238E27FC236}">
                <a16:creationId xmlns:a16="http://schemas.microsoft.com/office/drawing/2014/main" id="{FB9FCF6B-9E7A-14D4-B5D6-C5C422883AD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B700F75C-1D83-5988-F84A-F6B78D59CDA2}"/>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9BA563CA-4AE5-FF31-1260-7BCB78F40B9D}"/>
              </a:ext>
            </a:extLst>
          </p:cNvPr>
          <p:cNvSpPr>
            <a:spLocks noGrp="1" noChangeArrowheads="1"/>
          </p:cNvSpPr>
          <p:nvPr>
            <p:ph type="sldNum" sz="quarter" idx="12"/>
          </p:nvPr>
        </p:nvSpPr>
        <p:spPr>
          <a:ln/>
        </p:spPr>
        <p:txBody>
          <a:bodyPr/>
          <a:lstStyle>
            <a:lvl1pPr>
              <a:defRPr/>
            </a:lvl1pPr>
          </a:lstStyle>
          <a:p>
            <a:pPr>
              <a:defRPr/>
            </a:pPr>
            <a:fld id="{8C4B8DCC-4EF8-0F4B-9ECD-8E6790E55C90}" type="slidenum">
              <a:rPr lang="en-US" altLang="en-US"/>
              <a:pPr>
                <a:defRPr/>
              </a:pPr>
              <a:t>‹N›</a:t>
            </a:fld>
            <a:endParaRPr lang="en-US" altLang="en-US"/>
          </a:p>
        </p:txBody>
      </p:sp>
    </p:spTree>
    <p:extLst>
      <p:ext uri="{BB962C8B-B14F-4D97-AF65-F5344CB8AC3E}">
        <p14:creationId xmlns:p14="http://schemas.microsoft.com/office/powerpoint/2010/main" val="1780395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
        <p:nvSpPr>
          <p:cNvPr id="4" name="Rectangle 5">
            <a:extLst>
              <a:ext uri="{FF2B5EF4-FFF2-40B4-BE49-F238E27FC236}">
                <a16:creationId xmlns:a16="http://schemas.microsoft.com/office/drawing/2014/main" id="{17266DB1-38DA-533B-D3F7-6AE01EC2106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EC49A618-ADF3-6A13-FDDF-26FEEB14086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E8DF6B57-523E-BE6C-2D59-E1E7B4C119D9}"/>
              </a:ext>
            </a:extLst>
          </p:cNvPr>
          <p:cNvSpPr>
            <a:spLocks noGrp="1" noChangeArrowheads="1"/>
          </p:cNvSpPr>
          <p:nvPr>
            <p:ph type="sldNum" sz="quarter" idx="12"/>
          </p:nvPr>
        </p:nvSpPr>
        <p:spPr>
          <a:ln/>
        </p:spPr>
        <p:txBody>
          <a:bodyPr/>
          <a:lstStyle>
            <a:lvl1pPr>
              <a:defRPr/>
            </a:lvl1pPr>
          </a:lstStyle>
          <a:p>
            <a:pPr>
              <a:defRPr/>
            </a:pPr>
            <a:fld id="{892A6906-5FF0-2F40-9522-259546D0AB97}" type="slidenum">
              <a:rPr lang="en-US" altLang="en-US"/>
              <a:pPr>
                <a:defRPr/>
              </a:pPr>
              <a:t>‹N›</a:t>
            </a:fld>
            <a:endParaRPr lang="en-US" altLang="en-US"/>
          </a:p>
        </p:txBody>
      </p:sp>
    </p:spTree>
    <p:extLst>
      <p:ext uri="{BB962C8B-B14F-4D97-AF65-F5344CB8AC3E}">
        <p14:creationId xmlns:p14="http://schemas.microsoft.com/office/powerpoint/2010/main" val="3996080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5">
            <a:extLst>
              <a:ext uri="{FF2B5EF4-FFF2-40B4-BE49-F238E27FC236}">
                <a16:creationId xmlns:a16="http://schemas.microsoft.com/office/drawing/2014/main" id="{7C1F9F70-FEDD-2465-BDC1-279BC3FD482B}"/>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8D0392B5-E0B7-94E6-E1A9-71A1FABD337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5B8D1BEC-4F6E-BDA5-52ED-DC965F57F3F2}"/>
              </a:ext>
            </a:extLst>
          </p:cNvPr>
          <p:cNvSpPr>
            <a:spLocks noGrp="1" noChangeArrowheads="1"/>
          </p:cNvSpPr>
          <p:nvPr>
            <p:ph type="sldNum" sz="quarter" idx="12"/>
          </p:nvPr>
        </p:nvSpPr>
        <p:spPr>
          <a:ln/>
        </p:spPr>
        <p:txBody>
          <a:bodyPr/>
          <a:lstStyle>
            <a:lvl1pPr>
              <a:defRPr/>
            </a:lvl1pPr>
          </a:lstStyle>
          <a:p>
            <a:pPr>
              <a:defRPr/>
            </a:pPr>
            <a:fld id="{36CC0608-2FEB-514C-A98B-347415D41686}" type="slidenum">
              <a:rPr lang="en-US" altLang="en-US"/>
              <a:pPr>
                <a:defRPr/>
              </a:pPr>
              <a:t>‹N›</a:t>
            </a:fld>
            <a:endParaRPr lang="en-US" altLang="en-US"/>
          </a:p>
        </p:txBody>
      </p:sp>
    </p:spTree>
    <p:extLst>
      <p:ext uri="{BB962C8B-B14F-4D97-AF65-F5344CB8AC3E}">
        <p14:creationId xmlns:p14="http://schemas.microsoft.com/office/powerpoint/2010/main" val="33890743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8229600"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Rectangle 5">
            <a:extLst>
              <a:ext uri="{FF2B5EF4-FFF2-40B4-BE49-F238E27FC236}">
                <a16:creationId xmlns:a16="http://schemas.microsoft.com/office/drawing/2014/main" id="{857DFE72-E944-7390-5158-4E1C79412AC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AC888021-ABED-A605-BFF6-18D354AA9B4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7">
            <a:extLst>
              <a:ext uri="{FF2B5EF4-FFF2-40B4-BE49-F238E27FC236}">
                <a16:creationId xmlns:a16="http://schemas.microsoft.com/office/drawing/2014/main" id="{A4433E12-690E-D219-6AC1-3638C328CCFB}"/>
              </a:ext>
            </a:extLst>
          </p:cNvPr>
          <p:cNvSpPr>
            <a:spLocks noGrp="1" noChangeArrowheads="1"/>
          </p:cNvSpPr>
          <p:nvPr>
            <p:ph type="sldNum" sz="quarter" idx="12"/>
          </p:nvPr>
        </p:nvSpPr>
        <p:spPr>
          <a:ln/>
        </p:spPr>
        <p:txBody>
          <a:bodyPr/>
          <a:lstStyle>
            <a:lvl1pPr>
              <a:defRPr/>
            </a:lvl1pPr>
          </a:lstStyle>
          <a:p>
            <a:pPr>
              <a:defRPr/>
            </a:pPr>
            <a:fld id="{91A08760-5E70-9543-ACE3-419A5ECD961F}" type="slidenum">
              <a:rPr lang="en-US" altLang="en-US"/>
              <a:pPr>
                <a:defRPr/>
              </a:pPr>
              <a:t>‹N›</a:t>
            </a:fld>
            <a:endParaRPr lang="en-US" altLang="en-US"/>
          </a:p>
        </p:txBody>
      </p:sp>
    </p:spTree>
    <p:extLst>
      <p:ext uri="{BB962C8B-B14F-4D97-AF65-F5344CB8AC3E}">
        <p14:creationId xmlns:p14="http://schemas.microsoft.com/office/powerpoint/2010/main" val="428108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Rectangle 5">
            <a:extLst>
              <a:ext uri="{FF2B5EF4-FFF2-40B4-BE49-F238E27FC236}">
                <a16:creationId xmlns:a16="http://schemas.microsoft.com/office/drawing/2014/main" id="{5A335BEF-B7DF-3616-FEB9-F8B562F90F9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AD5E9576-3035-2AA3-14E7-352C7B6B7408}"/>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7">
            <a:extLst>
              <a:ext uri="{FF2B5EF4-FFF2-40B4-BE49-F238E27FC236}">
                <a16:creationId xmlns:a16="http://schemas.microsoft.com/office/drawing/2014/main" id="{87530A04-2861-9022-D45B-A3BFDFA93E60}"/>
              </a:ext>
            </a:extLst>
          </p:cNvPr>
          <p:cNvSpPr>
            <a:spLocks noGrp="1" noChangeArrowheads="1"/>
          </p:cNvSpPr>
          <p:nvPr>
            <p:ph type="sldNum" sz="quarter" idx="12"/>
          </p:nvPr>
        </p:nvSpPr>
        <p:spPr>
          <a:ln/>
        </p:spPr>
        <p:txBody>
          <a:bodyPr/>
          <a:lstStyle>
            <a:lvl1pPr>
              <a:defRPr/>
            </a:lvl1pPr>
          </a:lstStyle>
          <a:p>
            <a:pPr>
              <a:defRPr/>
            </a:pPr>
            <a:fld id="{D04F3EF5-F0D3-A14B-832F-943FC2494B4E}" type="slidenum">
              <a:rPr lang="en-US" altLang="en-US"/>
              <a:pPr>
                <a:defRPr/>
              </a:pPr>
              <a:t>‹N›</a:t>
            </a:fld>
            <a:endParaRPr lang="en-US" altLang="en-US"/>
          </a:p>
        </p:txBody>
      </p:sp>
    </p:spTree>
    <p:extLst>
      <p:ext uri="{BB962C8B-B14F-4D97-AF65-F5344CB8AC3E}">
        <p14:creationId xmlns:p14="http://schemas.microsoft.com/office/powerpoint/2010/main" val="2635318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9F35E9A7-670F-DF15-7ACC-30A3A7E61C2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6">
            <a:extLst>
              <a:ext uri="{FF2B5EF4-FFF2-40B4-BE49-F238E27FC236}">
                <a16:creationId xmlns:a16="http://schemas.microsoft.com/office/drawing/2014/main" id="{481A8DB4-13A3-2273-3940-B85B4EFC5B51}"/>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7">
            <a:extLst>
              <a:ext uri="{FF2B5EF4-FFF2-40B4-BE49-F238E27FC236}">
                <a16:creationId xmlns:a16="http://schemas.microsoft.com/office/drawing/2014/main" id="{533687C6-8ADA-2D04-A141-2D431420B320}"/>
              </a:ext>
            </a:extLst>
          </p:cNvPr>
          <p:cNvSpPr>
            <a:spLocks noGrp="1" noChangeArrowheads="1"/>
          </p:cNvSpPr>
          <p:nvPr>
            <p:ph type="sldNum" sz="quarter" idx="12"/>
          </p:nvPr>
        </p:nvSpPr>
        <p:spPr>
          <a:ln/>
        </p:spPr>
        <p:txBody>
          <a:bodyPr/>
          <a:lstStyle>
            <a:lvl1pPr>
              <a:defRPr/>
            </a:lvl1pPr>
          </a:lstStyle>
          <a:p>
            <a:pPr>
              <a:defRPr/>
            </a:pPr>
            <a:fld id="{20609015-DE22-0741-8484-34CEF12B937E}" type="slidenum">
              <a:rPr lang="en-US" altLang="en-US"/>
              <a:pPr>
                <a:defRPr/>
              </a:pPr>
              <a:t>‹N›</a:t>
            </a:fld>
            <a:endParaRPr lang="en-US" altLang="en-US"/>
          </a:p>
        </p:txBody>
      </p:sp>
    </p:spTree>
    <p:extLst>
      <p:ext uri="{BB962C8B-B14F-4D97-AF65-F5344CB8AC3E}">
        <p14:creationId xmlns:p14="http://schemas.microsoft.com/office/powerpoint/2010/main" val="4058010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5">
            <a:extLst>
              <a:ext uri="{FF2B5EF4-FFF2-40B4-BE49-F238E27FC236}">
                <a16:creationId xmlns:a16="http://schemas.microsoft.com/office/drawing/2014/main" id="{044FD1AA-23A2-75D3-5627-D0E4EDF5F54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952E054-941B-B294-A505-5292C817163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4C9A4209-2746-F2DE-218B-8008518E0E21}"/>
              </a:ext>
            </a:extLst>
          </p:cNvPr>
          <p:cNvSpPr>
            <a:spLocks noGrp="1" noChangeArrowheads="1"/>
          </p:cNvSpPr>
          <p:nvPr>
            <p:ph type="sldNum" sz="quarter" idx="12"/>
          </p:nvPr>
        </p:nvSpPr>
        <p:spPr>
          <a:ln/>
        </p:spPr>
        <p:txBody>
          <a:bodyPr/>
          <a:lstStyle>
            <a:lvl1pPr>
              <a:defRPr/>
            </a:lvl1pPr>
          </a:lstStyle>
          <a:p>
            <a:pPr>
              <a:defRPr/>
            </a:pPr>
            <a:fld id="{286E904D-3177-054C-A28F-A20855B5433A}" type="slidenum">
              <a:rPr lang="en-US" altLang="en-US"/>
              <a:pPr>
                <a:defRPr/>
              </a:pPr>
              <a:t>‹N›</a:t>
            </a:fld>
            <a:endParaRPr lang="en-US" altLang="en-US"/>
          </a:p>
        </p:txBody>
      </p:sp>
    </p:spTree>
    <p:extLst>
      <p:ext uri="{BB962C8B-B14F-4D97-AF65-F5344CB8AC3E}">
        <p14:creationId xmlns:p14="http://schemas.microsoft.com/office/powerpoint/2010/main" val="38397094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5">
            <a:extLst>
              <a:ext uri="{FF2B5EF4-FFF2-40B4-BE49-F238E27FC236}">
                <a16:creationId xmlns:a16="http://schemas.microsoft.com/office/drawing/2014/main" id="{32CC2277-D50A-8F44-5A7E-DD03A1AC1B4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30932B6-0413-026F-9659-7E5D3229BCD7}"/>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7">
            <a:extLst>
              <a:ext uri="{FF2B5EF4-FFF2-40B4-BE49-F238E27FC236}">
                <a16:creationId xmlns:a16="http://schemas.microsoft.com/office/drawing/2014/main" id="{07B11EA7-D023-5CE5-64C4-DA18E905E8C1}"/>
              </a:ext>
            </a:extLst>
          </p:cNvPr>
          <p:cNvSpPr>
            <a:spLocks noGrp="1" noChangeArrowheads="1"/>
          </p:cNvSpPr>
          <p:nvPr>
            <p:ph type="sldNum" sz="quarter" idx="12"/>
          </p:nvPr>
        </p:nvSpPr>
        <p:spPr>
          <a:ln/>
        </p:spPr>
        <p:txBody>
          <a:bodyPr/>
          <a:lstStyle>
            <a:lvl1pPr>
              <a:defRPr/>
            </a:lvl1pPr>
          </a:lstStyle>
          <a:p>
            <a:pPr>
              <a:defRPr/>
            </a:pPr>
            <a:fld id="{D6B1E854-F609-384E-ADEB-94B966790868}" type="slidenum">
              <a:rPr lang="en-US" altLang="en-US"/>
              <a:pPr>
                <a:defRPr/>
              </a:pPr>
              <a:t>‹N›</a:t>
            </a:fld>
            <a:endParaRPr lang="en-US" altLang="en-US"/>
          </a:p>
        </p:txBody>
      </p:sp>
    </p:spTree>
    <p:extLst>
      <p:ext uri="{BB962C8B-B14F-4D97-AF65-F5344CB8AC3E}">
        <p14:creationId xmlns:p14="http://schemas.microsoft.com/office/powerpoint/2010/main" val="2360465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5">
            <a:extLst>
              <a:ext uri="{FF2B5EF4-FFF2-40B4-BE49-F238E27FC236}">
                <a16:creationId xmlns:a16="http://schemas.microsoft.com/office/drawing/2014/main" id="{4DC96419-B871-AFF6-BCBE-DBA8C1C8BB2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0042DD4F-4102-4E2A-50CC-20B021FB467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54DF0348-5C6E-C1CF-B761-44989F1AFF09}"/>
              </a:ext>
            </a:extLst>
          </p:cNvPr>
          <p:cNvSpPr>
            <a:spLocks noGrp="1" noChangeArrowheads="1"/>
          </p:cNvSpPr>
          <p:nvPr>
            <p:ph type="sldNum" sz="quarter" idx="12"/>
          </p:nvPr>
        </p:nvSpPr>
        <p:spPr>
          <a:ln/>
        </p:spPr>
        <p:txBody>
          <a:bodyPr/>
          <a:lstStyle>
            <a:lvl1pPr>
              <a:defRPr/>
            </a:lvl1pPr>
          </a:lstStyle>
          <a:p>
            <a:pPr>
              <a:defRPr/>
            </a:pPr>
            <a:fld id="{442DC4D1-592C-DC48-A635-1CDC76ABED77}" type="slidenum">
              <a:rPr lang="en-US" altLang="en-US"/>
              <a:pPr>
                <a:defRPr/>
              </a:pPr>
              <a:t>‹N›</a:t>
            </a:fld>
            <a:endParaRPr lang="en-US" altLang="en-US"/>
          </a:p>
        </p:txBody>
      </p:sp>
    </p:spTree>
    <p:extLst>
      <p:ext uri="{BB962C8B-B14F-4D97-AF65-F5344CB8AC3E}">
        <p14:creationId xmlns:p14="http://schemas.microsoft.com/office/powerpoint/2010/main" val="3457472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122238"/>
            <a:ext cx="2057400" cy="6008687"/>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200" y="122238"/>
            <a:ext cx="6019800" cy="6008687"/>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5">
            <a:extLst>
              <a:ext uri="{FF2B5EF4-FFF2-40B4-BE49-F238E27FC236}">
                <a16:creationId xmlns:a16="http://schemas.microsoft.com/office/drawing/2014/main" id="{39464ECB-3214-9BCA-1CAC-5036734BB545}"/>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4627FFFB-2BA3-7D63-C98E-5C8E0C86620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7">
            <a:extLst>
              <a:ext uri="{FF2B5EF4-FFF2-40B4-BE49-F238E27FC236}">
                <a16:creationId xmlns:a16="http://schemas.microsoft.com/office/drawing/2014/main" id="{08FF8FCE-3FB6-8446-F48C-20A72C8224E8}"/>
              </a:ext>
            </a:extLst>
          </p:cNvPr>
          <p:cNvSpPr>
            <a:spLocks noGrp="1" noChangeArrowheads="1"/>
          </p:cNvSpPr>
          <p:nvPr>
            <p:ph type="sldNum" sz="quarter" idx="12"/>
          </p:nvPr>
        </p:nvSpPr>
        <p:spPr>
          <a:ln/>
        </p:spPr>
        <p:txBody>
          <a:bodyPr/>
          <a:lstStyle>
            <a:lvl1pPr>
              <a:defRPr/>
            </a:lvl1pPr>
          </a:lstStyle>
          <a:p>
            <a:pPr>
              <a:defRPr/>
            </a:pPr>
            <a:fld id="{3A1F524B-4AB2-1846-8C42-1A95DB9DB4CA}" type="slidenum">
              <a:rPr lang="en-US" altLang="en-US"/>
              <a:pPr>
                <a:defRPr/>
              </a:pPr>
              <a:t>‹N›</a:t>
            </a:fld>
            <a:endParaRPr lang="en-US" altLang="en-US"/>
          </a:p>
        </p:txBody>
      </p:sp>
    </p:spTree>
    <p:extLst>
      <p:ext uri="{BB962C8B-B14F-4D97-AF65-F5344CB8AC3E}">
        <p14:creationId xmlns:p14="http://schemas.microsoft.com/office/powerpoint/2010/main" val="27952598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a titolo">
    <p:spTree>
      <p:nvGrpSpPr>
        <p:cNvPr id="1" name=""/>
        <p:cNvGrpSpPr/>
        <p:nvPr/>
      </p:nvGrpSpPr>
      <p:grpSpPr>
        <a:xfrm>
          <a:off x="0" y="0"/>
          <a:ext cx="0" cy="0"/>
          <a:chOff x="0" y="0"/>
          <a:chExt cx="0" cy="0"/>
        </a:xfrm>
      </p:grpSpPr>
      <p:sp>
        <p:nvSpPr>
          <p:cNvPr id="2" name="Line 2">
            <a:extLst>
              <a:ext uri="{FF2B5EF4-FFF2-40B4-BE49-F238E27FC236}">
                <a16:creationId xmlns:a16="http://schemas.microsoft.com/office/drawing/2014/main" id="{D06874D0-7D1F-5801-4A9E-4B66325F1461}"/>
              </a:ext>
            </a:extLst>
          </p:cNvPr>
          <p:cNvSpPr>
            <a:spLocks noChangeShapeType="1"/>
          </p:cNvSpPr>
          <p:nvPr/>
        </p:nvSpPr>
        <p:spPr bwMode="auto">
          <a:xfrm>
            <a:off x="7315200" y="1066800"/>
            <a:ext cx="0" cy="449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it-IT"/>
          </a:p>
        </p:txBody>
      </p:sp>
      <p:grpSp>
        <p:nvGrpSpPr>
          <p:cNvPr id="3" name="Group 8">
            <a:extLst>
              <a:ext uri="{FF2B5EF4-FFF2-40B4-BE49-F238E27FC236}">
                <a16:creationId xmlns:a16="http://schemas.microsoft.com/office/drawing/2014/main" id="{B9DFCAB2-58C1-9B92-F834-8F2F492EBA15}"/>
              </a:ext>
            </a:extLst>
          </p:cNvPr>
          <p:cNvGrpSpPr>
            <a:grpSpLocks/>
          </p:cNvGrpSpPr>
          <p:nvPr/>
        </p:nvGrpSpPr>
        <p:grpSpPr bwMode="auto">
          <a:xfrm>
            <a:off x="7493000" y="2992438"/>
            <a:ext cx="1338263" cy="2189162"/>
            <a:chOff x="4704" y="1885"/>
            <a:chExt cx="843" cy="1379"/>
          </a:xfrm>
        </p:grpSpPr>
        <p:sp>
          <p:nvSpPr>
            <p:cNvPr id="4" name="Oval 9">
              <a:extLst>
                <a:ext uri="{FF2B5EF4-FFF2-40B4-BE49-F238E27FC236}">
                  <a16:creationId xmlns:a16="http://schemas.microsoft.com/office/drawing/2014/main" id="{3BCB40B7-F745-F603-4475-FEA4F8127EB5}"/>
                </a:ext>
              </a:extLst>
            </p:cNvPr>
            <p:cNvSpPr>
              <a:spLocks noChangeArrowheads="1"/>
            </p:cNvSpPr>
            <p:nvPr/>
          </p:nvSpPr>
          <p:spPr bwMode="auto">
            <a:xfrm>
              <a:off x="4704" y="1885"/>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5" name="Oval 10">
              <a:extLst>
                <a:ext uri="{FF2B5EF4-FFF2-40B4-BE49-F238E27FC236}">
                  <a16:creationId xmlns:a16="http://schemas.microsoft.com/office/drawing/2014/main" id="{70E0C4EC-733F-4B22-E129-32F506478121}"/>
                </a:ext>
              </a:extLst>
            </p:cNvPr>
            <p:cNvSpPr>
              <a:spLocks noChangeArrowheads="1"/>
            </p:cNvSpPr>
            <p:nvPr/>
          </p:nvSpPr>
          <p:spPr bwMode="auto">
            <a:xfrm>
              <a:off x="4883" y="1885"/>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6" name="Oval 11">
              <a:extLst>
                <a:ext uri="{FF2B5EF4-FFF2-40B4-BE49-F238E27FC236}">
                  <a16:creationId xmlns:a16="http://schemas.microsoft.com/office/drawing/2014/main" id="{34B97D5D-CE27-BE1D-AB81-C74EC70F5B39}"/>
                </a:ext>
              </a:extLst>
            </p:cNvPr>
            <p:cNvSpPr>
              <a:spLocks noChangeArrowheads="1"/>
            </p:cNvSpPr>
            <p:nvPr/>
          </p:nvSpPr>
          <p:spPr bwMode="auto">
            <a:xfrm>
              <a:off x="5062" y="1885"/>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7" name="Oval 12">
              <a:extLst>
                <a:ext uri="{FF2B5EF4-FFF2-40B4-BE49-F238E27FC236}">
                  <a16:creationId xmlns:a16="http://schemas.microsoft.com/office/drawing/2014/main" id="{E8989169-8372-DBE9-4835-E297F24F849F}"/>
                </a:ext>
              </a:extLst>
            </p:cNvPr>
            <p:cNvSpPr>
              <a:spLocks noChangeArrowheads="1"/>
            </p:cNvSpPr>
            <p:nvPr/>
          </p:nvSpPr>
          <p:spPr bwMode="auto">
            <a:xfrm>
              <a:off x="4704" y="2064"/>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8" name="Oval 13">
              <a:extLst>
                <a:ext uri="{FF2B5EF4-FFF2-40B4-BE49-F238E27FC236}">
                  <a16:creationId xmlns:a16="http://schemas.microsoft.com/office/drawing/2014/main" id="{976E393E-2ADC-83D7-9A1E-5EBD5DF9DD63}"/>
                </a:ext>
              </a:extLst>
            </p:cNvPr>
            <p:cNvSpPr>
              <a:spLocks noChangeArrowheads="1"/>
            </p:cNvSpPr>
            <p:nvPr/>
          </p:nvSpPr>
          <p:spPr bwMode="auto">
            <a:xfrm>
              <a:off x="4883" y="2064"/>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9" name="Oval 14">
              <a:extLst>
                <a:ext uri="{FF2B5EF4-FFF2-40B4-BE49-F238E27FC236}">
                  <a16:creationId xmlns:a16="http://schemas.microsoft.com/office/drawing/2014/main" id="{99F610C6-236C-F5AE-9D9F-3B463328B4E2}"/>
                </a:ext>
              </a:extLst>
            </p:cNvPr>
            <p:cNvSpPr>
              <a:spLocks noChangeArrowheads="1"/>
            </p:cNvSpPr>
            <p:nvPr/>
          </p:nvSpPr>
          <p:spPr bwMode="auto">
            <a:xfrm>
              <a:off x="5062" y="2064"/>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 name="Oval 15">
              <a:extLst>
                <a:ext uri="{FF2B5EF4-FFF2-40B4-BE49-F238E27FC236}">
                  <a16:creationId xmlns:a16="http://schemas.microsoft.com/office/drawing/2014/main" id="{15BF71AB-586C-B970-873C-FD4394B874C8}"/>
                </a:ext>
              </a:extLst>
            </p:cNvPr>
            <p:cNvSpPr>
              <a:spLocks noChangeArrowheads="1"/>
            </p:cNvSpPr>
            <p:nvPr/>
          </p:nvSpPr>
          <p:spPr bwMode="auto">
            <a:xfrm>
              <a:off x="5241" y="2064"/>
              <a:ext cx="127" cy="12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1" name="Oval 16">
              <a:extLst>
                <a:ext uri="{FF2B5EF4-FFF2-40B4-BE49-F238E27FC236}">
                  <a16:creationId xmlns:a16="http://schemas.microsoft.com/office/drawing/2014/main" id="{E96C383F-F243-42B1-51E9-3D5484E2D186}"/>
                </a:ext>
              </a:extLst>
            </p:cNvPr>
            <p:cNvSpPr>
              <a:spLocks noChangeArrowheads="1"/>
            </p:cNvSpPr>
            <p:nvPr/>
          </p:nvSpPr>
          <p:spPr bwMode="auto">
            <a:xfrm>
              <a:off x="4704" y="2243"/>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2" name="Oval 17">
              <a:extLst>
                <a:ext uri="{FF2B5EF4-FFF2-40B4-BE49-F238E27FC236}">
                  <a16:creationId xmlns:a16="http://schemas.microsoft.com/office/drawing/2014/main" id="{2DF59DF3-62E6-84AA-A1C7-75024497F4A4}"/>
                </a:ext>
              </a:extLst>
            </p:cNvPr>
            <p:cNvSpPr>
              <a:spLocks noChangeArrowheads="1"/>
            </p:cNvSpPr>
            <p:nvPr/>
          </p:nvSpPr>
          <p:spPr bwMode="auto">
            <a:xfrm>
              <a:off x="4883" y="2243"/>
              <a:ext cx="127" cy="12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3" name="Oval 18">
              <a:extLst>
                <a:ext uri="{FF2B5EF4-FFF2-40B4-BE49-F238E27FC236}">
                  <a16:creationId xmlns:a16="http://schemas.microsoft.com/office/drawing/2014/main" id="{5846E413-8D6B-3A97-9DBE-642A027F0CE5}"/>
                </a:ext>
              </a:extLst>
            </p:cNvPr>
            <p:cNvSpPr>
              <a:spLocks noChangeArrowheads="1"/>
            </p:cNvSpPr>
            <p:nvPr/>
          </p:nvSpPr>
          <p:spPr bwMode="auto">
            <a:xfrm>
              <a:off x="5062" y="2243"/>
              <a:ext cx="127" cy="12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4" name="Oval 19">
              <a:extLst>
                <a:ext uri="{FF2B5EF4-FFF2-40B4-BE49-F238E27FC236}">
                  <a16:creationId xmlns:a16="http://schemas.microsoft.com/office/drawing/2014/main" id="{199B12D6-425C-DFBA-A164-7FD27DEFA56B}"/>
                </a:ext>
              </a:extLst>
            </p:cNvPr>
            <p:cNvSpPr>
              <a:spLocks noChangeArrowheads="1"/>
            </p:cNvSpPr>
            <p:nvPr/>
          </p:nvSpPr>
          <p:spPr bwMode="auto">
            <a:xfrm>
              <a:off x="5241" y="2243"/>
              <a:ext cx="127" cy="12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5" name="Oval 20">
              <a:extLst>
                <a:ext uri="{FF2B5EF4-FFF2-40B4-BE49-F238E27FC236}">
                  <a16:creationId xmlns:a16="http://schemas.microsoft.com/office/drawing/2014/main" id="{068ABF17-FAE1-ECFD-3D30-15779889F188}"/>
                </a:ext>
              </a:extLst>
            </p:cNvPr>
            <p:cNvSpPr>
              <a:spLocks noChangeArrowheads="1"/>
            </p:cNvSpPr>
            <p:nvPr/>
          </p:nvSpPr>
          <p:spPr bwMode="auto">
            <a:xfrm>
              <a:off x="5420" y="2243"/>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6" name="Oval 21">
              <a:extLst>
                <a:ext uri="{FF2B5EF4-FFF2-40B4-BE49-F238E27FC236}">
                  <a16:creationId xmlns:a16="http://schemas.microsoft.com/office/drawing/2014/main" id="{7D49EF3F-F883-D124-2966-CB25A2582419}"/>
                </a:ext>
              </a:extLst>
            </p:cNvPr>
            <p:cNvSpPr>
              <a:spLocks noChangeArrowheads="1"/>
            </p:cNvSpPr>
            <p:nvPr/>
          </p:nvSpPr>
          <p:spPr bwMode="auto">
            <a:xfrm>
              <a:off x="4704" y="2421"/>
              <a:ext cx="127" cy="128"/>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7" name="Oval 22">
              <a:extLst>
                <a:ext uri="{FF2B5EF4-FFF2-40B4-BE49-F238E27FC236}">
                  <a16:creationId xmlns:a16="http://schemas.microsoft.com/office/drawing/2014/main" id="{0A33F591-B258-BB64-0959-4F86F531647A}"/>
                </a:ext>
              </a:extLst>
            </p:cNvPr>
            <p:cNvSpPr>
              <a:spLocks noChangeArrowheads="1"/>
            </p:cNvSpPr>
            <p:nvPr/>
          </p:nvSpPr>
          <p:spPr bwMode="auto">
            <a:xfrm>
              <a:off x="4883" y="2421"/>
              <a:ext cx="127" cy="128"/>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8" name="Oval 23">
              <a:extLst>
                <a:ext uri="{FF2B5EF4-FFF2-40B4-BE49-F238E27FC236}">
                  <a16:creationId xmlns:a16="http://schemas.microsoft.com/office/drawing/2014/main" id="{330496D5-9BF9-C57E-11E6-040880DA2E80}"/>
                </a:ext>
              </a:extLst>
            </p:cNvPr>
            <p:cNvSpPr>
              <a:spLocks noChangeArrowheads="1"/>
            </p:cNvSpPr>
            <p:nvPr/>
          </p:nvSpPr>
          <p:spPr bwMode="auto">
            <a:xfrm>
              <a:off x="5062" y="2421"/>
              <a:ext cx="127" cy="128"/>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9" name="Oval 24">
              <a:extLst>
                <a:ext uri="{FF2B5EF4-FFF2-40B4-BE49-F238E27FC236}">
                  <a16:creationId xmlns:a16="http://schemas.microsoft.com/office/drawing/2014/main" id="{F9AACD79-4545-6CD2-C208-079A7CBF9DEA}"/>
                </a:ext>
              </a:extLst>
            </p:cNvPr>
            <p:cNvSpPr>
              <a:spLocks noChangeArrowheads="1"/>
            </p:cNvSpPr>
            <p:nvPr/>
          </p:nvSpPr>
          <p:spPr bwMode="auto">
            <a:xfrm>
              <a:off x="5241" y="2421"/>
              <a:ext cx="127" cy="128"/>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0" name="Oval 25">
              <a:extLst>
                <a:ext uri="{FF2B5EF4-FFF2-40B4-BE49-F238E27FC236}">
                  <a16:creationId xmlns:a16="http://schemas.microsoft.com/office/drawing/2014/main" id="{E7E46BE7-FEE3-A961-0F13-E73E2DADA4FE}"/>
                </a:ext>
              </a:extLst>
            </p:cNvPr>
            <p:cNvSpPr>
              <a:spLocks noChangeArrowheads="1"/>
            </p:cNvSpPr>
            <p:nvPr/>
          </p:nvSpPr>
          <p:spPr bwMode="auto">
            <a:xfrm>
              <a:off x="4704" y="2600"/>
              <a:ext cx="127" cy="128"/>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1" name="Oval 26">
              <a:extLst>
                <a:ext uri="{FF2B5EF4-FFF2-40B4-BE49-F238E27FC236}">
                  <a16:creationId xmlns:a16="http://schemas.microsoft.com/office/drawing/2014/main" id="{DEA78EDF-3F5F-015A-3466-BDFE26CA9088}"/>
                </a:ext>
              </a:extLst>
            </p:cNvPr>
            <p:cNvSpPr>
              <a:spLocks noChangeArrowheads="1"/>
            </p:cNvSpPr>
            <p:nvPr/>
          </p:nvSpPr>
          <p:spPr bwMode="auto">
            <a:xfrm>
              <a:off x="4883" y="2600"/>
              <a:ext cx="127" cy="128"/>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2" name="Oval 27">
              <a:extLst>
                <a:ext uri="{FF2B5EF4-FFF2-40B4-BE49-F238E27FC236}">
                  <a16:creationId xmlns:a16="http://schemas.microsoft.com/office/drawing/2014/main" id="{E9745C2E-1036-38E4-7C2C-9F242F1C6A6F}"/>
                </a:ext>
              </a:extLst>
            </p:cNvPr>
            <p:cNvSpPr>
              <a:spLocks noChangeArrowheads="1"/>
            </p:cNvSpPr>
            <p:nvPr/>
          </p:nvSpPr>
          <p:spPr bwMode="auto">
            <a:xfrm>
              <a:off x="5062" y="2600"/>
              <a:ext cx="127" cy="128"/>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3" name="Oval 28">
              <a:extLst>
                <a:ext uri="{FF2B5EF4-FFF2-40B4-BE49-F238E27FC236}">
                  <a16:creationId xmlns:a16="http://schemas.microsoft.com/office/drawing/2014/main" id="{DF00F2ED-0F77-D717-362C-EF9005D38F4B}"/>
                </a:ext>
              </a:extLst>
            </p:cNvPr>
            <p:cNvSpPr>
              <a:spLocks noChangeArrowheads="1"/>
            </p:cNvSpPr>
            <p:nvPr/>
          </p:nvSpPr>
          <p:spPr bwMode="auto">
            <a:xfrm>
              <a:off x="5241" y="2600"/>
              <a:ext cx="127" cy="128"/>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4" name="Oval 29">
              <a:extLst>
                <a:ext uri="{FF2B5EF4-FFF2-40B4-BE49-F238E27FC236}">
                  <a16:creationId xmlns:a16="http://schemas.microsoft.com/office/drawing/2014/main" id="{6D881FED-A769-1E71-551D-F4B73E1DD7DB}"/>
                </a:ext>
              </a:extLst>
            </p:cNvPr>
            <p:cNvSpPr>
              <a:spLocks noChangeArrowheads="1"/>
            </p:cNvSpPr>
            <p:nvPr/>
          </p:nvSpPr>
          <p:spPr bwMode="auto">
            <a:xfrm>
              <a:off x="5420" y="2600"/>
              <a:ext cx="127" cy="128"/>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5" name="Oval 30">
              <a:extLst>
                <a:ext uri="{FF2B5EF4-FFF2-40B4-BE49-F238E27FC236}">
                  <a16:creationId xmlns:a16="http://schemas.microsoft.com/office/drawing/2014/main" id="{FF759D90-E856-C0A8-AAC8-9BFEC539EA6F}"/>
                </a:ext>
              </a:extLst>
            </p:cNvPr>
            <p:cNvSpPr>
              <a:spLocks noChangeArrowheads="1"/>
            </p:cNvSpPr>
            <p:nvPr/>
          </p:nvSpPr>
          <p:spPr bwMode="auto">
            <a:xfrm>
              <a:off x="4704" y="2779"/>
              <a:ext cx="127" cy="12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6" name="Oval 31">
              <a:extLst>
                <a:ext uri="{FF2B5EF4-FFF2-40B4-BE49-F238E27FC236}">
                  <a16:creationId xmlns:a16="http://schemas.microsoft.com/office/drawing/2014/main" id="{C47F682C-7CC4-8526-F028-4BD4A7D52181}"/>
                </a:ext>
              </a:extLst>
            </p:cNvPr>
            <p:cNvSpPr>
              <a:spLocks noChangeArrowheads="1"/>
            </p:cNvSpPr>
            <p:nvPr/>
          </p:nvSpPr>
          <p:spPr bwMode="auto">
            <a:xfrm>
              <a:off x="4883" y="2779"/>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7" name="Oval 32">
              <a:extLst>
                <a:ext uri="{FF2B5EF4-FFF2-40B4-BE49-F238E27FC236}">
                  <a16:creationId xmlns:a16="http://schemas.microsoft.com/office/drawing/2014/main" id="{7BB0F1C1-33EC-CB11-524D-585EE7720801}"/>
                </a:ext>
              </a:extLst>
            </p:cNvPr>
            <p:cNvSpPr>
              <a:spLocks noChangeArrowheads="1"/>
            </p:cNvSpPr>
            <p:nvPr/>
          </p:nvSpPr>
          <p:spPr bwMode="auto">
            <a:xfrm>
              <a:off x="5062" y="2779"/>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8" name="Oval 33">
              <a:extLst>
                <a:ext uri="{FF2B5EF4-FFF2-40B4-BE49-F238E27FC236}">
                  <a16:creationId xmlns:a16="http://schemas.microsoft.com/office/drawing/2014/main" id="{A8B76EF9-870A-DA51-C620-6D3BC0EF50D8}"/>
                </a:ext>
              </a:extLst>
            </p:cNvPr>
            <p:cNvSpPr>
              <a:spLocks noChangeArrowheads="1"/>
            </p:cNvSpPr>
            <p:nvPr/>
          </p:nvSpPr>
          <p:spPr bwMode="auto">
            <a:xfrm>
              <a:off x="5241" y="2779"/>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29" name="Oval 34">
              <a:extLst>
                <a:ext uri="{FF2B5EF4-FFF2-40B4-BE49-F238E27FC236}">
                  <a16:creationId xmlns:a16="http://schemas.microsoft.com/office/drawing/2014/main" id="{B7FA4A05-D772-8F73-71AF-C9504D7953BB}"/>
                </a:ext>
              </a:extLst>
            </p:cNvPr>
            <p:cNvSpPr>
              <a:spLocks noChangeArrowheads="1"/>
            </p:cNvSpPr>
            <p:nvPr/>
          </p:nvSpPr>
          <p:spPr bwMode="auto">
            <a:xfrm>
              <a:off x="4704" y="2958"/>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30" name="Oval 35">
              <a:extLst>
                <a:ext uri="{FF2B5EF4-FFF2-40B4-BE49-F238E27FC236}">
                  <a16:creationId xmlns:a16="http://schemas.microsoft.com/office/drawing/2014/main" id="{4F24B36A-B5F9-3209-D657-DE6848ADDB5F}"/>
                </a:ext>
              </a:extLst>
            </p:cNvPr>
            <p:cNvSpPr>
              <a:spLocks noChangeArrowheads="1"/>
            </p:cNvSpPr>
            <p:nvPr/>
          </p:nvSpPr>
          <p:spPr bwMode="auto">
            <a:xfrm>
              <a:off x="4883" y="2958"/>
              <a:ext cx="127" cy="127"/>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31" name="Oval 36">
              <a:extLst>
                <a:ext uri="{FF2B5EF4-FFF2-40B4-BE49-F238E27FC236}">
                  <a16:creationId xmlns:a16="http://schemas.microsoft.com/office/drawing/2014/main" id="{2CBF78BB-4D2D-A6C4-61F7-026DD9B432EB}"/>
                </a:ext>
              </a:extLst>
            </p:cNvPr>
            <p:cNvSpPr>
              <a:spLocks noChangeArrowheads="1"/>
            </p:cNvSpPr>
            <p:nvPr/>
          </p:nvSpPr>
          <p:spPr bwMode="auto">
            <a:xfrm>
              <a:off x="5062" y="2958"/>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32" name="Oval 37">
              <a:extLst>
                <a:ext uri="{FF2B5EF4-FFF2-40B4-BE49-F238E27FC236}">
                  <a16:creationId xmlns:a16="http://schemas.microsoft.com/office/drawing/2014/main" id="{F301DE7A-D369-A29A-7882-E1934CE8600A}"/>
                </a:ext>
              </a:extLst>
            </p:cNvPr>
            <p:cNvSpPr>
              <a:spLocks noChangeArrowheads="1"/>
            </p:cNvSpPr>
            <p:nvPr/>
          </p:nvSpPr>
          <p:spPr bwMode="auto">
            <a:xfrm>
              <a:off x="5241" y="2958"/>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33" name="Oval 38">
              <a:extLst>
                <a:ext uri="{FF2B5EF4-FFF2-40B4-BE49-F238E27FC236}">
                  <a16:creationId xmlns:a16="http://schemas.microsoft.com/office/drawing/2014/main" id="{6F879E7A-9661-8E9C-0351-316432C76873}"/>
                </a:ext>
              </a:extLst>
            </p:cNvPr>
            <p:cNvSpPr>
              <a:spLocks noChangeArrowheads="1"/>
            </p:cNvSpPr>
            <p:nvPr/>
          </p:nvSpPr>
          <p:spPr bwMode="auto">
            <a:xfrm>
              <a:off x="4883" y="3137"/>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34" name="Oval 39">
              <a:extLst>
                <a:ext uri="{FF2B5EF4-FFF2-40B4-BE49-F238E27FC236}">
                  <a16:creationId xmlns:a16="http://schemas.microsoft.com/office/drawing/2014/main" id="{3648B727-D4DA-6577-9BEE-E680EBA1CFFE}"/>
                </a:ext>
              </a:extLst>
            </p:cNvPr>
            <p:cNvSpPr>
              <a:spLocks noChangeArrowheads="1"/>
            </p:cNvSpPr>
            <p:nvPr/>
          </p:nvSpPr>
          <p:spPr bwMode="auto">
            <a:xfrm>
              <a:off x="5241" y="3137"/>
              <a:ext cx="127" cy="127"/>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grpSp>
      <p:sp>
        <p:nvSpPr>
          <p:cNvPr id="35" name="Line 40">
            <a:extLst>
              <a:ext uri="{FF2B5EF4-FFF2-40B4-BE49-F238E27FC236}">
                <a16:creationId xmlns:a16="http://schemas.microsoft.com/office/drawing/2014/main" id="{FAC3EA11-A899-CB47-4ECC-6F343EA05068}"/>
              </a:ext>
            </a:extLst>
          </p:cNvPr>
          <p:cNvSpPr>
            <a:spLocks noChangeShapeType="1"/>
          </p:cNvSpPr>
          <p:nvPr/>
        </p:nvSpPr>
        <p:spPr bwMode="auto">
          <a:xfrm>
            <a:off x="304800" y="2819400"/>
            <a:ext cx="82296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52579" name="Rectangle 3"/>
          <p:cNvSpPr>
            <a:spLocks noGrp="1" noChangeArrowheads="1"/>
          </p:cNvSpPr>
          <p:nvPr>
            <p:ph type="ctrTitle"/>
          </p:nvPr>
        </p:nvSpPr>
        <p:spPr>
          <a:xfrm>
            <a:off x="315913" y="466725"/>
            <a:ext cx="6781800" cy="2133600"/>
          </a:xfrm>
        </p:spPr>
        <p:txBody>
          <a:bodyPr/>
          <a:lstStyle>
            <a:lvl1pPr algn="r">
              <a:defRPr sz="4800"/>
            </a:lvl1pPr>
          </a:lstStyle>
          <a:p>
            <a:pPr lvl="0"/>
            <a:r>
              <a:rPr lang="en-US" altLang="en-US" noProof="0"/>
              <a:t>Fare clic per modificare lo stile del titolo</a:t>
            </a:r>
          </a:p>
        </p:txBody>
      </p:sp>
      <p:sp>
        <p:nvSpPr>
          <p:cNvPr id="152580" name="Rectangle 4"/>
          <p:cNvSpPr>
            <a:spLocks noGrp="1" noChangeArrowheads="1"/>
          </p:cNvSpPr>
          <p:nvPr>
            <p:ph type="subTitle" idx="1"/>
          </p:nvPr>
        </p:nvSpPr>
        <p:spPr>
          <a:xfrm>
            <a:off x="849314" y="3049588"/>
            <a:ext cx="6248400" cy="2362200"/>
          </a:xfrm>
        </p:spPr>
        <p:txBody>
          <a:bodyPr/>
          <a:lstStyle>
            <a:lvl1pPr marL="0" indent="0" algn="r">
              <a:buFont typeface="Wingdings" pitchFamily="2" charset="2"/>
              <a:buNone/>
              <a:defRPr sz="3200"/>
            </a:lvl1pPr>
          </a:lstStyle>
          <a:p>
            <a:pPr lvl="0"/>
            <a:r>
              <a:rPr lang="en-US" altLang="en-US" noProof="0"/>
              <a:t>Fare clic per modificare lo stile del sottotitolo dello schema</a:t>
            </a:r>
          </a:p>
        </p:txBody>
      </p:sp>
      <p:sp>
        <p:nvSpPr>
          <p:cNvPr id="36" name="Rectangle 5">
            <a:extLst>
              <a:ext uri="{FF2B5EF4-FFF2-40B4-BE49-F238E27FC236}">
                <a16:creationId xmlns:a16="http://schemas.microsoft.com/office/drawing/2014/main" id="{4FBCAFB3-3EB2-17AD-418C-39D264E843DE}"/>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37" name="Rectangle 6">
            <a:extLst>
              <a:ext uri="{FF2B5EF4-FFF2-40B4-BE49-F238E27FC236}">
                <a16:creationId xmlns:a16="http://schemas.microsoft.com/office/drawing/2014/main" id="{8C3E3B7F-3C9E-26B0-61C2-2E22A466B38F}"/>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38" name="Rectangle 7">
            <a:extLst>
              <a:ext uri="{FF2B5EF4-FFF2-40B4-BE49-F238E27FC236}">
                <a16:creationId xmlns:a16="http://schemas.microsoft.com/office/drawing/2014/main" id="{609BC214-DB00-E75A-63B3-ED860CD40A9F}"/>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4DB93245-DA96-A240-8C9F-DC2A59ED4EBD}" type="slidenum">
              <a:rPr lang="en-US" altLang="en-US"/>
              <a:pPr>
                <a:defRPr/>
              </a:pPr>
              <a:t>‹N›</a:t>
            </a:fld>
            <a:endParaRPr lang="en-US" altLang="en-US"/>
          </a:p>
        </p:txBody>
      </p:sp>
    </p:spTree>
    <p:extLst>
      <p:ext uri="{BB962C8B-B14F-4D97-AF65-F5344CB8AC3E}">
        <p14:creationId xmlns:p14="http://schemas.microsoft.com/office/powerpoint/2010/main" val="1245248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idx="1"/>
          </p:nvPr>
        </p:nvSpPr>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5">
            <a:extLst>
              <a:ext uri="{FF2B5EF4-FFF2-40B4-BE49-F238E27FC236}">
                <a16:creationId xmlns:a16="http://schemas.microsoft.com/office/drawing/2014/main" id="{7F24DB78-AF98-4799-8BE4-F36E7B6CE88C}"/>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5" name="Rectangle 6">
            <a:extLst>
              <a:ext uri="{FF2B5EF4-FFF2-40B4-BE49-F238E27FC236}">
                <a16:creationId xmlns:a16="http://schemas.microsoft.com/office/drawing/2014/main" id="{C0A762AE-E0CB-79EB-2C1E-F63FD9AB4041}"/>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6" name="Rectangle 7">
            <a:extLst>
              <a:ext uri="{FF2B5EF4-FFF2-40B4-BE49-F238E27FC236}">
                <a16:creationId xmlns:a16="http://schemas.microsoft.com/office/drawing/2014/main" id="{1A6FE705-F108-0C20-9EEB-D4AC9DF4D67F}"/>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3C33B9D5-62DA-7741-AF5F-D8ED08106ABB}" type="slidenum">
              <a:rPr lang="en-US" altLang="en-US"/>
              <a:pPr>
                <a:defRPr/>
              </a:pPr>
              <a:t>‹N›</a:t>
            </a:fld>
            <a:endParaRPr lang="en-US" altLang="en-US"/>
          </a:p>
        </p:txBody>
      </p:sp>
    </p:spTree>
    <p:extLst>
      <p:ext uri="{BB962C8B-B14F-4D97-AF65-F5344CB8AC3E}">
        <p14:creationId xmlns:p14="http://schemas.microsoft.com/office/powerpoint/2010/main" val="39288028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2"/>
            <a:ext cx="7772400" cy="1362075"/>
          </a:xfrm>
        </p:spPr>
        <p:txBody>
          <a:bodyPr anchor="t"/>
          <a:lstStyle>
            <a:lvl1pPr algn="l">
              <a:defRPr sz="4000" b="1" cap="all"/>
            </a:lvl1pPr>
          </a:lstStyle>
          <a:p>
            <a:r>
              <a:rPr lang="it-IT"/>
              <a:t>Fare clic per modificare lo stile del titolo</a:t>
            </a:r>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it-IT"/>
              <a:t>Fare clic per modificare stili del testo dello schema</a:t>
            </a:r>
          </a:p>
        </p:txBody>
      </p:sp>
      <p:sp>
        <p:nvSpPr>
          <p:cNvPr id="4" name="Rectangle 5">
            <a:extLst>
              <a:ext uri="{FF2B5EF4-FFF2-40B4-BE49-F238E27FC236}">
                <a16:creationId xmlns:a16="http://schemas.microsoft.com/office/drawing/2014/main" id="{EC10BFBF-B2CB-2545-464D-DC49FEDE2763}"/>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5" name="Rectangle 6">
            <a:extLst>
              <a:ext uri="{FF2B5EF4-FFF2-40B4-BE49-F238E27FC236}">
                <a16:creationId xmlns:a16="http://schemas.microsoft.com/office/drawing/2014/main" id="{A4A9B3A2-89C9-CFD8-FDA5-8E593297B085}"/>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6" name="Rectangle 7">
            <a:extLst>
              <a:ext uri="{FF2B5EF4-FFF2-40B4-BE49-F238E27FC236}">
                <a16:creationId xmlns:a16="http://schemas.microsoft.com/office/drawing/2014/main" id="{A0DEB996-4410-0063-0641-82BBCAEB9DAE}"/>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8BBC0365-29C7-9C44-BD9B-E3D189CDA190}" type="slidenum">
              <a:rPr lang="en-US" altLang="en-US"/>
              <a:pPr>
                <a:defRPr/>
              </a:pPr>
              <a:t>‹N›</a:t>
            </a:fld>
            <a:endParaRPr lang="en-US" altLang="en-US"/>
          </a:p>
        </p:txBody>
      </p:sp>
    </p:spTree>
    <p:extLst>
      <p:ext uri="{BB962C8B-B14F-4D97-AF65-F5344CB8AC3E}">
        <p14:creationId xmlns:p14="http://schemas.microsoft.com/office/powerpoint/2010/main" val="1941098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contenuto 2"/>
          <p:cNvSpPr>
            <a:spLocks noGrp="1"/>
          </p:cNvSpPr>
          <p:nvPr>
            <p:ph sz="half" idx="1"/>
          </p:nvPr>
        </p:nvSpPr>
        <p:spPr>
          <a:xfrm>
            <a:off x="457201"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5">
            <a:extLst>
              <a:ext uri="{FF2B5EF4-FFF2-40B4-BE49-F238E27FC236}">
                <a16:creationId xmlns:a16="http://schemas.microsoft.com/office/drawing/2014/main" id="{086FF8D0-D033-3DBB-0795-FB943E0ED5D4}"/>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6" name="Rectangle 6">
            <a:extLst>
              <a:ext uri="{FF2B5EF4-FFF2-40B4-BE49-F238E27FC236}">
                <a16:creationId xmlns:a16="http://schemas.microsoft.com/office/drawing/2014/main" id="{7C22261C-4793-5A45-170B-95E82B81D422}"/>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7" name="Rectangle 7">
            <a:extLst>
              <a:ext uri="{FF2B5EF4-FFF2-40B4-BE49-F238E27FC236}">
                <a16:creationId xmlns:a16="http://schemas.microsoft.com/office/drawing/2014/main" id="{CFCC0F2C-7494-CF80-95BF-E50B926B6522}"/>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9E292153-4EBE-9141-B325-3F8BD8967C6B}" type="slidenum">
              <a:rPr lang="en-US" altLang="en-US"/>
              <a:pPr>
                <a:defRPr/>
              </a:pPr>
              <a:t>‹N›</a:t>
            </a:fld>
            <a:endParaRPr lang="en-US" altLang="en-US"/>
          </a:p>
        </p:txBody>
      </p:sp>
    </p:spTree>
    <p:extLst>
      <p:ext uri="{BB962C8B-B14F-4D97-AF65-F5344CB8AC3E}">
        <p14:creationId xmlns:p14="http://schemas.microsoft.com/office/powerpoint/2010/main" val="18965544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a:xfrm>
            <a:off x="457201" y="274638"/>
            <a:ext cx="8229600" cy="1143000"/>
          </a:xfrm>
        </p:spPr>
        <p:txBody>
          <a:bodyPr/>
          <a:lstStyle>
            <a:lvl1pPr>
              <a:defRPr/>
            </a:lvl1pPr>
          </a:lstStyle>
          <a:p>
            <a:r>
              <a:rPr lang="it-IT"/>
              <a:t>Fare clic per modificare lo stile del titolo</a:t>
            </a:r>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Rectangle 5">
            <a:extLst>
              <a:ext uri="{FF2B5EF4-FFF2-40B4-BE49-F238E27FC236}">
                <a16:creationId xmlns:a16="http://schemas.microsoft.com/office/drawing/2014/main" id="{24CFDA54-A719-0712-203B-16C6E62C2A1A}"/>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8" name="Rectangle 6">
            <a:extLst>
              <a:ext uri="{FF2B5EF4-FFF2-40B4-BE49-F238E27FC236}">
                <a16:creationId xmlns:a16="http://schemas.microsoft.com/office/drawing/2014/main" id="{39B63F11-3CA5-5869-B340-BA4A66D0C5B9}"/>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9" name="Rectangle 7">
            <a:extLst>
              <a:ext uri="{FF2B5EF4-FFF2-40B4-BE49-F238E27FC236}">
                <a16:creationId xmlns:a16="http://schemas.microsoft.com/office/drawing/2014/main" id="{5D3EE63D-4530-C03C-3E89-A24CDB89C9CC}"/>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EA27A44F-2C28-4342-96A1-A3C4DBDF33A9}" type="slidenum">
              <a:rPr lang="en-US" altLang="en-US"/>
              <a:pPr>
                <a:defRPr/>
              </a:pPr>
              <a:t>‹N›</a:t>
            </a:fld>
            <a:endParaRPr lang="en-US" altLang="en-US"/>
          </a:p>
        </p:txBody>
      </p:sp>
    </p:spTree>
    <p:extLst>
      <p:ext uri="{BB962C8B-B14F-4D97-AF65-F5344CB8AC3E}">
        <p14:creationId xmlns:p14="http://schemas.microsoft.com/office/powerpoint/2010/main" val="1536781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Rectangle 5">
            <a:extLst>
              <a:ext uri="{FF2B5EF4-FFF2-40B4-BE49-F238E27FC236}">
                <a16:creationId xmlns:a16="http://schemas.microsoft.com/office/drawing/2014/main" id="{75B829A6-965D-534F-C591-0A4C71E7D751}"/>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4" name="Rectangle 6">
            <a:extLst>
              <a:ext uri="{FF2B5EF4-FFF2-40B4-BE49-F238E27FC236}">
                <a16:creationId xmlns:a16="http://schemas.microsoft.com/office/drawing/2014/main" id="{F45923DD-1282-03DA-CCB3-673AE790C7EE}"/>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5" name="Rectangle 7">
            <a:extLst>
              <a:ext uri="{FF2B5EF4-FFF2-40B4-BE49-F238E27FC236}">
                <a16:creationId xmlns:a16="http://schemas.microsoft.com/office/drawing/2014/main" id="{CB51BB77-0057-1121-2B09-F6CE09D153E3}"/>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C7476C8D-A9C2-1A4D-B05C-CCDE87CA64D4}" type="slidenum">
              <a:rPr lang="en-US" altLang="en-US"/>
              <a:pPr>
                <a:defRPr/>
              </a:pPr>
              <a:t>‹N›</a:t>
            </a:fld>
            <a:endParaRPr lang="en-US" altLang="en-US"/>
          </a:p>
        </p:txBody>
      </p:sp>
    </p:spTree>
    <p:extLst>
      <p:ext uri="{BB962C8B-B14F-4D97-AF65-F5344CB8AC3E}">
        <p14:creationId xmlns:p14="http://schemas.microsoft.com/office/powerpoint/2010/main" val="18394820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D74EB10-AB37-553F-0CA7-68F3391B7756}"/>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3" name="Rectangle 6">
            <a:extLst>
              <a:ext uri="{FF2B5EF4-FFF2-40B4-BE49-F238E27FC236}">
                <a16:creationId xmlns:a16="http://schemas.microsoft.com/office/drawing/2014/main" id="{A02AE7C0-62FD-C690-9F1E-57993232F98D}"/>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4" name="Rectangle 7">
            <a:extLst>
              <a:ext uri="{FF2B5EF4-FFF2-40B4-BE49-F238E27FC236}">
                <a16:creationId xmlns:a16="http://schemas.microsoft.com/office/drawing/2014/main" id="{BCBE8C9B-87AF-36C7-421B-F86E883DA129}"/>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8F4AB12A-F1BB-1E40-99D7-8B459888AED9}" type="slidenum">
              <a:rPr lang="en-US" altLang="en-US"/>
              <a:pPr>
                <a:defRPr/>
              </a:pPr>
              <a:t>‹N›</a:t>
            </a:fld>
            <a:endParaRPr lang="en-US" altLang="en-US"/>
          </a:p>
        </p:txBody>
      </p:sp>
    </p:spTree>
    <p:extLst>
      <p:ext uri="{BB962C8B-B14F-4D97-AF65-F5344CB8AC3E}">
        <p14:creationId xmlns:p14="http://schemas.microsoft.com/office/powerpoint/2010/main" val="17831196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lstStyle>
            <a:lvl1pPr algn="l">
              <a:defRPr sz="2000" b="1"/>
            </a:lvl1pPr>
          </a:lstStyle>
          <a:p>
            <a:r>
              <a:rPr lang="it-IT"/>
              <a:t>Fare clic per modificare lo stile del titolo</a:t>
            </a:r>
          </a:p>
        </p:txBody>
      </p:sp>
      <p:sp>
        <p:nvSpPr>
          <p:cNvPr id="3" name="Segnaposto contenuto 2"/>
          <p:cNvSpPr>
            <a:spLocks noGrp="1"/>
          </p:cNvSpPr>
          <p:nvPr>
            <p:ph idx="1"/>
          </p:nvPr>
        </p:nvSpPr>
        <p:spPr>
          <a:xfrm>
            <a:off x="3575051"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457200"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5">
            <a:extLst>
              <a:ext uri="{FF2B5EF4-FFF2-40B4-BE49-F238E27FC236}">
                <a16:creationId xmlns:a16="http://schemas.microsoft.com/office/drawing/2014/main" id="{37552CDB-F0B3-D52D-E6AF-8E98AFE90959}"/>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6" name="Rectangle 6">
            <a:extLst>
              <a:ext uri="{FF2B5EF4-FFF2-40B4-BE49-F238E27FC236}">
                <a16:creationId xmlns:a16="http://schemas.microsoft.com/office/drawing/2014/main" id="{EE731A1E-9527-CF8A-625F-42008BBFC4C0}"/>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7" name="Rectangle 7">
            <a:extLst>
              <a:ext uri="{FF2B5EF4-FFF2-40B4-BE49-F238E27FC236}">
                <a16:creationId xmlns:a16="http://schemas.microsoft.com/office/drawing/2014/main" id="{1D16D083-94BB-EFB1-2724-70683AD01107}"/>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E44C1262-0361-0842-A2A2-1B5E46D75E72}" type="slidenum">
              <a:rPr lang="en-US" altLang="en-US"/>
              <a:pPr>
                <a:defRPr/>
              </a:pPr>
              <a:t>‹N›</a:t>
            </a:fld>
            <a:endParaRPr lang="en-US" altLang="en-US"/>
          </a:p>
        </p:txBody>
      </p:sp>
    </p:spTree>
    <p:extLst>
      <p:ext uri="{BB962C8B-B14F-4D97-AF65-F5344CB8AC3E}">
        <p14:creationId xmlns:p14="http://schemas.microsoft.com/office/powerpoint/2010/main" val="3157511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lstStyle>
            <a:lvl1pPr algn="l">
              <a:defRPr sz="2000" b="1"/>
            </a:lvl1pPr>
          </a:lstStyle>
          <a:p>
            <a:r>
              <a:rPr lang="it-IT"/>
              <a:t>Fare clic per modificare lo stile del titolo</a:t>
            </a:r>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it-IT" noProof="0"/>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stili del testo dello schema</a:t>
            </a:r>
          </a:p>
        </p:txBody>
      </p:sp>
      <p:sp>
        <p:nvSpPr>
          <p:cNvPr id="5" name="Rectangle 5">
            <a:extLst>
              <a:ext uri="{FF2B5EF4-FFF2-40B4-BE49-F238E27FC236}">
                <a16:creationId xmlns:a16="http://schemas.microsoft.com/office/drawing/2014/main" id="{1153C919-28B9-51F8-D493-D36DFAFAF6C7}"/>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6" name="Rectangle 6">
            <a:extLst>
              <a:ext uri="{FF2B5EF4-FFF2-40B4-BE49-F238E27FC236}">
                <a16:creationId xmlns:a16="http://schemas.microsoft.com/office/drawing/2014/main" id="{41E6E73E-517F-EC17-670D-790E7C12523C}"/>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7" name="Rectangle 7">
            <a:extLst>
              <a:ext uri="{FF2B5EF4-FFF2-40B4-BE49-F238E27FC236}">
                <a16:creationId xmlns:a16="http://schemas.microsoft.com/office/drawing/2014/main" id="{57C99911-20B3-2DF9-0DDC-73D2BB0E2314}"/>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138EC672-84DF-5A48-B7C5-BFAAADAC11A2}" type="slidenum">
              <a:rPr lang="en-US" altLang="en-US"/>
              <a:pPr>
                <a:defRPr/>
              </a:pPr>
              <a:t>‹N›</a:t>
            </a:fld>
            <a:endParaRPr lang="en-US" altLang="en-US"/>
          </a:p>
        </p:txBody>
      </p:sp>
    </p:spTree>
    <p:extLst>
      <p:ext uri="{BB962C8B-B14F-4D97-AF65-F5344CB8AC3E}">
        <p14:creationId xmlns:p14="http://schemas.microsoft.com/office/powerpoint/2010/main" val="33681373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lo stile del titolo</a:t>
            </a:r>
          </a:p>
        </p:txBody>
      </p:sp>
      <p:sp>
        <p:nvSpPr>
          <p:cNvPr id="3" name="Segnaposto testo verticale 2"/>
          <p:cNvSpPr>
            <a:spLocks noGrp="1"/>
          </p:cNvSpPr>
          <p:nvPr>
            <p:ph type="body" orient="vert" idx="1"/>
          </p:nvPr>
        </p:nvSpPr>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5">
            <a:extLst>
              <a:ext uri="{FF2B5EF4-FFF2-40B4-BE49-F238E27FC236}">
                <a16:creationId xmlns:a16="http://schemas.microsoft.com/office/drawing/2014/main" id="{FFF0516A-C667-90FE-62FF-BC7B10E0A4C9}"/>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5" name="Rectangle 6">
            <a:extLst>
              <a:ext uri="{FF2B5EF4-FFF2-40B4-BE49-F238E27FC236}">
                <a16:creationId xmlns:a16="http://schemas.microsoft.com/office/drawing/2014/main" id="{13E412EB-B8BF-2170-F1CA-9BCF7B9E679F}"/>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6" name="Rectangle 7">
            <a:extLst>
              <a:ext uri="{FF2B5EF4-FFF2-40B4-BE49-F238E27FC236}">
                <a16:creationId xmlns:a16="http://schemas.microsoft.com/office/drawing/2014/main" id="{9377AB7F-9F94-FF8E-072B-6DCF27814D53}"/>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8288440F-A9FD-AA45-83AD-C5615CE6E8A2}" type="slidenum">
              <a:rPr lang="en-US" altLang="en-US"/>
              <a:pPr>
                <a:defRPr/>
              </a:pPr>
              <a:t>‹N›</a:t>
            </a:fld>
            <a:endParaRPr lang="en-US" altLang="en-US"/>
          </a:p>
        </p:txBody>
      </p:sp>
    </p:spTree>
    <p:extLst>
      <p:ext uri="{BB962C8B-B14F-4D97-AF65-F5344CB8AC3E}">
        <p14:creationId xmlns:p14="http://schemas.microsoft.com/office/powerpoint/2010/main" val="22890110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122240"/>
            <a:ext cx="2057400" cy="6008687"/>
          </a:xfrm>
        </p:spPr>
        <p:txBody>
          <a:bodyPr vert="eaVert"/>
          <a:lstStyle/>
          <a:p>
            <a:r>
              <a:rPr lang="it-IT"/>
              <a:t>Fare clic per modificare lo stile del titolo</a:t>
            </a:r>
          </a:p>
        </p:txBody>
      </p:sp>
      <p:sp>
        <p:nvSpPr>
          <p:cNvPr id="3" name="Segnaposto testo verticale 2"/>
          <p:cNvSpPr>
            <a:spLocks noGrp="1"/>
          </p:cNvSpPr>
          <p:nvPr>
            <p:ph type="body" orient="vert" idx="1"/>
          </p:nvPr>
        </p:nvSpPr>
        <p:spPr>
          <a:xfrm>
            <a:off x="457201" y="122240"/>
            <a:ext cx="6019800" cy="6008687"/>
          </a:xfrm>
        </p:spPr>
        <p:txBody>
          <a:bodyPr vert="eaVert"/>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Rectangle 5">
            <a:extLst>
              <a:ext uri="{FF2B5EF4-FFF2-40B4-BE49-F238E27FC236}">
                <a16:creationId xmlns:a16="http://schemas.microsoft.com/office/drawing/2014/main" id="{B3CC81A0-DF79-03B2-C6CB-3E06BEDE3E7F}"/>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5" name="Rectangle 6">
            <a:extLst>
              <a:ext uri="{FF2B5EF4-FFF2-40B4-BE49-F238E27FC236}">
                <a16:creationId xmlns:a16="http://schemas.microsoft.com/office/drawing/2014/main" id="{DF4AF053-D807-92D5-78E3-0C7D5CFA3418}"/>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6" name="Rectangle 7">
            <a:extLst>
              <a:ext uri="{FF2B5EF4-FFF2-40B4-BE49-F238E27FC236}">
                <a16:creationId xmlns:a16="http://schemas.microsoft.com/office/drawing/2014/main" id="{7468E795-E0BD-656C-5968-A39DEE76D742}"/>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03961F6C-0817-A54C-AA39-73FD424BD3AB}" type="slidenum">
              <a:rPr lang="en-US" altLang="en-US"/>
              <a:pPr>
                <a:defRPr/>
              </a:pPr>
              <a:t>‹N›</a:t>
            </a:fld>
            <a:endParaRPr lang="en-US" altLang="en-US"/>
          </a:p>
        </p:txBody>
      </p:sp>
    </p:spTree>
    <p:extLst>
      <p:ext uri="{BB962C8B-B14F-4D97-AF65-F5344CB8AC3E}">
        <p14:creationId xmlns:p14="http://schemas.microsoft.com/office/powerpoint/2010/main" val="31835933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clipArtAndTx" preserve="1">
  <p:cSld name="Titolo, ClipArt e testo">
    <p:spTree>
      <p:nvGrpSpPr>
        <p:cNvPr id="1" name=""/>
        <p:cNvGrpSpPr/>
        <p:nvPr/>
      </p:nvGrpSpPr>
      <p:grpSpPr>
        <a:xfrm>
          <a:off x="0" y="0"/>
          <a:ext cx="0" cy="0"/>
          <a:chOff x="0" y="0"/>
          <a:chExt cx="0" cy="0"/>
        </a:xfrm>
      </p:grpSpPr>
      <p:sp>
        <p:nvSpPr>
          <p:cNvPr id="2" name="Titolo 1"/>
          <p:cNvSpPr>
            <a:spLocks noGrp="1"/>
          </p:cNvSpPr>
          <p:nvPr>
            <p:ph type="title"/>
          </p:nvPr>
        </p:nvSpPr>
        <p:spPr>
          <a:xfrm>
            <a:off x="457200" y="122238"/>
            <a:ext cx="7543800" cy="1295400"/>
          </a:xfrm>
        </p:spPr>
        <p:txBody>
          <a:bodyPr/>
          <a:lstStyle/>
          <a:p>
            <a:r>
              <a:rPr lang="it-IT"/>
              <a:t>Fare clic per modificare lo stile del titolo</a:t>
            </a:r>
          </a:p>
        </p:txBody>
      </p:sp>
      <p:sp>
        <p:nvSpPr>
          <p:cNvPr id="3" name="Segnaposto ClipArt 2"/>
          <p:cNvSpPr>
            <a:spLocks noGrp="1"/>
          </p:cNvSpPr>
          <p:nvPr>
            <p:ph type="clipArt" sz="half" idx="1"/>
          </p:nvPr>
        </p:nvSpPr>
        <p:spPr>
          <a:xfrm>
            <a:off x="457201" y="1719263"/>
            <a:ext cx="4038600" cy="4411662"/>
          </a:xfrm>
        </p:spPr>
        <p:txBody>
          <a:bodyPr/>
          <a:lstStyle/>
          <a:p>
            <a:pPr lvl="0"/>
            <a:endParaRPr lang="it-IT" noProof="0"/>
          </a:p>
        </p:txBody>
      </p:sp>
      <p:sp>
        <p:nvSpPr>
          <p:cNvPr id="4" name="Segnaposto testo 3"/>
          <p:cNvSpPr>
            <a:spLocks noGrp="1"/>
          </p:cNvSpPr>
          <p:nvPr>
            <p:ph type="body" sz="half" idx="2"/>
          </p:nvPr>
        </p:nvSpPr>
        <p:spPr>
          <a:xfrm>
            <a:off x="4648200" y="1719263"/>
            <a:ext cx="4038600" cy="4411662"/>
          </a:xfrm>
        </p:spPr>
        <p:txBody>
          <a:bodyPr/>
          <a:lstStyle/>
          <a:p>
            <a:pPr lvl="0"/>
            <a:r>
              <a:rPr lang="it-IT"/>
              <a:t>Fare clic per modificare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Rectangle 5">
            <a:extLst>
              <a:ext uri="{FF2B5EF4-FFF2-40B4-BE49-F238E27FC236}">
                <a16:creationId xmlns:a16="http://schemas.microsoft.com/office/drawing/2014/main" id="{917D3152-1245-648A-774E-29DB0AA58584}"/>
              </a:ext>
            </a:extLst>
          </p:cNvPr>
          <p:cNvSpPr>
            <a:spLocks noGrp="1" noChangeArrowheads="1"/>
          </p:cNvSpPr>
          <p:nvPr>
            <p:ph type="dt" sz="half" idx="10"/>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6" name="Rectangle 6">
            <a:extLst>
              <a:ext uri="{FF2B5EF4-FFF2-40B4-BE49-F238E27FC236}">
                <a16:creationId xmlns:a16="http://schemas.microsoft.com/office/drawing/2014/main" id="{51E3C0AC-9F20-C341-E200-48D81C461B2F}"/>
              </a:ext>
            </a:extLst>
          </p:cNvPr>
          <p:cNvSpPr>
            <a:spLocks noGrp="1" noChangeArrowheads="1"/>
          </p:cNvSpPr>
          <p:nvPr>
            <p:ph type="ftr" sz="quarter" idx="11"/>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endParaRPr lang="en-US" altLang="en-US"/>
          </a:p>
        </p:txBody>
      </p:sp>
      <p:sp>
        <p:nvSpPr>
          <p:cNvPr id="7" name="Rectangle 7">
            <a:extLst>
              <a:ext uri="{FF2B5EF4-FFF2-40B4-BE49-F238E27FC236}">
                <a16:creationId xmlns:a16="http://schemas.microsoft.com/office/drawing/2014/main" id="{A9D4C887-C2E6-108D-2A15-970776272740}"/>
              </a:ext>
            </a:extLst>
          </p:cNvPr>
          <p:cNvSpPr>
            <a:spLocks noGrp="1" noChangeArrowheads="1"/>
          </p:cNvSpPr>
          <p:nvPr>
            <p:ph type="sldNum" sz="quarter" idx="12"/>
          </p:nvPr>
        </p:nvSpPr>
        <p:spPr/>
        <p:txBody>
          <a:bodyPr/>
          <a:lstStyle>
            <a:lvl1pPr>
              <a:buClr>
                <a:srgbClr val="000000"/>
              </a:buClr>
              <a:buSzPct val="100000"/>
              <a:buFont typeface="Times New Roman" panose="02020603050405020304" pitchFamily="18" charset="0"/>
              <a:buNone/>
              <a:defRPr b="1">
                <a:latin typeface="Times New Roman" panose="02020603050405020304" pitchFamily="18" charset="0"/>
              </a:defRPr>
            </a:lvl1pPr>
          </a:lstStyle>
          <a:p>
            <a:pPr>
              <a:defRPr/>
            </a:pPr>
            <a:fld id="{2C7DAA8C-B30B-0A4B-88BF-4552D0917B31}" type="slidenum">
              <a:rPr lang="en-US" altLang="en-US"/>
              <a:pPr>
                <a:defRPr/>
              </a:pPr>
              <a:t>‹N›</a:t>
            </a:fld>
            <a:endParaRPr lang="en-US" altLang="en-US"/>
          </a:p>
        </p:txBody>
      </p:sp>
    </p:spTree>
    <p:extLst>
      <p:ext uri="{BB962C8B-B14F-4D97-AF65-F5344CB8AC3E}">
        <p14:creationId xmlns:p14="http://schemas.microsoft.com/office/powerpoint/2010/main" val="2245141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a:extLst>
              <a:ext uri="{FF2B5EF4-FFF2-40B4-BE49-F238E27FC236}">
                <a16:creationId xmlns:a16="http://schemas.microsoft.com/office/drawing/2014/main" id="{7CF6419A-B4D0-2EC4-567C-D3EFFD1DDBC1}"/>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027" name="Rectangle 3">
            <a:extLst>
              <a:ext uri="{FF2B5EF4-FFF2-40B4-BE49-F238E27FC236}">
                <a16:creationId xmlns:a16="http://schemas.microsoft.com/office/drawing/2014/main" id="{D1E96D20-1779-1D20-4F8F-2D62CEEFFAFA}"/>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Fare clic per modificare lo stile del titolo</a:t>
            </a:r>
          </a:p>
        </p:txBody>
      </p:sp>
      <p:sp>
        <p:nvSpPr>
          <p:cNvPr id="1028" name="Rectangle 4">
            <a:extLst>
              <a:ext uri="{FF2B5EF4-FFF2-40B4-BE49-F238E27FC236}">
                <a16:creationId xmlns:a16="http://schemas.microsoft.com/office/drawing/2014/main" id="{F9AEA4FB-7F80-4CF0-3372-351BD9E45E0F}"/>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Fare clic per modificare gli stili del testo dello schema</a:t>
            </a:r>
          </a:p>
          <a:p>
            <a:pPr lvl="1"/>
            <a:r>
              <a:rPr lang="en-US" altLang="en-US"/>
              <a:t>Secondo livello</a:t>
            </a:r>
          </a:p>
          <a:p>
            <a:pPr lvl="2"/>
            <a:r>
              <a:rPr lang="en-US" altLang="en-US"/>
              <a:t>Terzo livello</a:t>
            </a:r>
          </a:p>
          <a:p>
            <a:pPr lvl="3"/>
            <a:r>
              <a:rPr lang="en-US" altLang="en-US"/>
              <a:t>Quarto livello</a:t>
            </a:r>
          </a:p>
          <a:p>
            <a:pPr lvl="4"/>
            <a:r>
              <a:rPr lang="en-US" altLang="en-US"/>
              <a:t>Quinto livello</a:t>
            </a:r>
          </a:p>
        </p:txBody>
      </p:sp>
      <p:sp>
        <p:nvSpPr>
          <p:cNvPr id="171013" name="Rectangle 5">
            <a:extLst>
              <a:ext uri="{FF2B5EF4-FFF2-40B4-BE49-F238E27FC236}">
                <a16:creationId xmlns:a16="http://schemas.microsoft.com/office/drawing/2014/main" id="{882DF3A9-C55F-A69A-54C9-6D8CD736688B}"/>
              </a:ext>
            </a:extLst>
          </p:cNvPr>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000">
                <a:latin typeface="Arial" charset="0"/>
              </a:defRPr>
            </a:lvl1pPr>
          </a:lstStyle>
          <a:p>
            <a:pPr>
              <a:defRPr/>
            </a:pPr>
            <a:endParaRPr lang="en-US" altLang="en-US"/>
          </a:p>
        </p:txBody>
      </p:sp>
      <p:sp>
        <p:nvSpPr>
          <p:cNvPr id="171014" name="Rectangle 6">
            <a:extLst>
              <a:ext uri="{FF2B5EF4-FFF2-40B4-BE49-F238E27FC236}">
                <a16:creationId xmlns:a16="http://schemas.microsoft.com/office/drawing/2014/main" id="{ADC0CD91-9E6F-EBD3-38E2-AE3E9A3D864C}"/>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000">
                <a:latin typeface="Arial" charset="0"/>
              </a:defRPr>
            </a:lvl1pPr>
          </a:lstStyle>
          <a:p>
            <a:pPr>
              <a:defRPr/>
            </a:pPr>
            <a:endParaRPr lang="en-US" altLang="en-US"/>
          </a:p>
        </p:txBody>
      </p:sp>
      <p:sp>
        <p:nvSpPr>
          <p:cNvPr id="171015" name="Rectangle 7">
            <a:extLst>
              <a:ext uri="{FF2B5EF4-FFF2-40B4-BE49-F238E27FC236}">
                <a16:creationId xmlns:a16="http://schemas.microsoft.com/office/drawing/2014/main" id="{46413980-6B01-D6D9-B798-9B156AA8F74B}"/>
              </a:ext>
            </a:extLst>
          </p:cNvPr>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97DB4B70-9B2B-3A45-9A18-A9DC9B7C6C51}" type="slidenum">
              <a:rPr lang="en-US" altLang="en-US"/>
              <a:pPr>
                <a:defRPr/>
              </a:pPr>
              <a:t>‹N›</a:t>
            </a:fld>
            <a:endParaRPr lang="en-US" altLang="en-US"/>
          </a:p>
        </p:txBody>
      </p:sp>
      <p:grpSp>
        <p:nvGrpSpPr>
          <p:cNvPr id="1032" name="Group 8">
            <a:extLst>
              <a:ext uri="{FF2B5EF4-FFF2-40B4-BE49-F238E27FC236}">
                <a16:creationId xmlns:a16="http://schemas.microsoft.com/office/drawing/2014/main" id="{AE8F205B-F660-3796-3170-A83C8FEA9597}"/>
              </a:ext>
            </a:extLst>
          </p:cNvPr>
          <p:cNvGrpSpPr>
            <a:grpSpLocks/>
          </p:cNvGrpSpPr>
          <p:nvPr/>
        </p:nvGrpSpPr>
        <p:grpSpPr bwMode="auto">
          <a:xfrm>
            <a:off x="8153400" y="152400"/>
            <a:ext cx="792163" cy="1295400"/>
            <a:chOff x="5136" y="960"/>
            <a:chExt cx="528" cy="864"/>
          </a:xfrm>
        </p:grpSpPr>
        <p:sp>
          <p:nvSpPr>
            <p:cNvPr id="1033" name="Oval 9">
              <a:extLst>
                <a:ext uri="{FF2B5EF4-FFF2-40B4-BE49-F238E27FC236}">
                  <a16:creationId xmlns:a16="http://schemas.microsoft.com/office/drawing/2014/main" id="{BEA042D3-2867-0AD0-32AA-09B1E8C00595}"/>
                </a:ext>
              </a:extLst>
            </p:cNvPr>
            <p:cNvSpPr>
              <a:spLocks noChangeArrowheads="1"/>
            </p:cNvSpPr>
            <p:nvPr/>
          </p:nvSpPr>
          <p:spPr bwMode="auto">
            <a:xfrm>
              <a:off x="5136" y="960"/>
              <a:ext cx="80"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34" name="Oval 10">
              <a:extLst>
                <a:ext uri="{FF2B5EF4-FFF2-40B4-BE49-F238E27FC236}">
                  <a16:creationId xmlns:a16="http://schemas.microsoft.com/office/drawing/2014/main" id="{F75C2DA4-79AA-42A8-7CEA-729716CEBB69}"/>
                </a:ext>
              </a:extLst>
            </p:cNvPr>
            <p:cNvSpPr>
              <a:spLocks noChangeArrowheads="1"/>
            </p:cNvSpPr>
            <p:nvPr/>
          </p:nvSpPr>
          <p:spPr bwMode="auto">
            <a:xfrm>
              <a:off x="5248" y="960"/>
              <a:ext cx="79"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35" name="Oval 11">
              <a:extLst>
                <a:ext uri="{FF2B5EF4-FFF2-40B4-BE49-F238E27FC236}">
                  <a16:creationId xmlns:a16="http://schemas.microsoft.com/office/drawing/2014/main" id="{EDB15BA1-16DB-4215-F13C-A1476A80E476}"/>
                </a:ext>
              </a:extLst>
            </p:cNvPr>
            <p:cNvSpPr>
              <a:spLocks noChangeArrowheads="1"/>
            </p:cNvSpPr>
            <p:nvPr/>
          </p:nvSpPr>
          <p:spPr bwMode="auto">
            <a:xfrm>
              <a:off x="5360" y="960"/>
              <a:ext cx="76"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36" name="Oval 12">
              <a:extLst>
                <a:ext uri="{FF2B5EF4-FFF2-40B4-BE49-F238E27FC236}">
                  <a16:creationId xmlns:a16="http://schemas.microsoft.com/office/drawing/2014/main" id="{9D821F03-55E1-A538-2AC6-14FF06D81448}"/>
                </a:ext>
              </a:extLst>
            </p:cNvPr>
            <p:cNvSpPr>
              <a:spLocks noChangeArrowheads="1"/>
            </p:cNvSpPr>
            <p:nvPr/>
          </p:nvSpPr>
          <p:spPr bwMode="auto">
            <a:xfrm>
              <a:off x="5136" y="1072"/>
              <a:ext cx="80"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37" name="Oval 13">
              <a:extLst>
                <a:ext uri="{FF2B5EF4-FFF2-40B4-BE49-F238E27FC236}">
                  <a16:creationId xmlns:a16="http://schemas.microsoft.com/office/drawing/2014/main" id="{D42B719E-EEE1-ABE1-B761-CB220D87D0AD}"/>
                </a:ext>
              </a:extLst>
            </p:cNvPr>
            <p:cNvSpPr>
              <a:spLocks noChangeArrowheads="1"/>
            </p:cNvSpPr>
            <p:nvPr/>
          </p:nvSpPr>
          <p:spPr bwMode="auto">
            <a:xfrm>
              <a:off x="5248" y="1072"/>
              <a:ext cx="79"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38" name="Oval 14">
              <a:extLst>
                <a:ext uri="{FF2B5EF4-FFF2-40B4-BE49-F238E27FC236}">
                  <a16:creationId xmlns:a16="http://schemas.microsoft.com/office/drawing/2014/main" id="{07FE1B29-5048-5491-4998-60AFC53A79A9}"/>
                </a:ext>
              </a:extLst>
            </p:cNvPr>
            <p:cNvSpPr>
              <a:spLocks noChangeArrowheads="1"/>
            </p:cNvSpPr>
            <p:nvPr/>
          </p:nvSpPr>
          <p:spPr bwMode="auto">
            <a:xfrm>
              <a:off x="5360" y="1072"/>
              <a:ext cx="76"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39" name="Oval 15">
              <a:extLst>
                <a:ext uri="{FF2B5EF4-FFF2-40B4-BE49-F238E27FC236}">
                  <a16:creationId xmlns:a16="http://schemas.microsoft.com/office/drawing/2014/main" id="{45B589F6-0F0B-DAF3-5E36-4FEDE2EBE4EA}"/>
                </a:ext>
              </a:extLst>
            </p:cNvPr>
            <p:cNvSpPr>
              <a:spLocks noChangeArrowheads="1"/>
            </p:cNvSpPr>
            <p:nvPr/>
          </p:nvSpPr>
          <p:spPr bwMode="auto">
            <a:xfrm>
              <a:off x="5472" y="1072"/>
              <a:ext cx="73" cy="7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0" name="Oval 16">
              <a:extLst>
                <a:ext uri="{FF2B5EF4-FFF2-40B4-BE49-F238E27FC236}">
                  <a16:creationId xmlns:a16="http://schemas.microsoft.com/office/drawing/2014/main" id="{07C206A9-DE1B-FBBE-09E0-8300BB55947C}"/>
                </a:ext>
              </a:extLst>
            </p:cNvPr>
            <p:cNvSpPr>
              <a:spLocks noChangeArrowheads="1"/>
            </p:cNvSpPr>
            <p:nvPr/>
          </p:nvSpPr>
          <p:spPr bwMode="auto">
            <a:xfrm>
              <a:off x="5136" y="1184"/>
              <a:ext cx="80" cy="73"/>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1" name="Oval 17">
              <a:extLst>
                <a:ext uri="{FF2B5EF4-FFF2-40B4-BE49-F238E27FC236}">
                  <a16:creationId xmlns:a16="http://schemas.microsoft.com/office/drawing/2014/main" id="{F33CC2F1-F6F4-4FB7-EA7E-29006D8FAC14}"/>
                </a:ext>
              </a:extLst>
            </p:cNvPr>
            <p:cNvSpPr>
              <a:spLocks noChangeArrowheads="1"/>
            </p:cNvSpPr>
            <p:nvPr/>
          </p:nvSpPr>
          <p:spPr bwMode="auto">
            <a:xfrm>
              <a:off x="5248" y="1184"/>
              <a:ext cx="79" cy="73"/>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2" name="Oval 18">
              <a:extLst>
                <a:ext uri="{FF2B5EF4-FFF2-40B4-BE49-F238E27FC236}">
                  <a16:creationId xmlns:a16="http://schemas.microsoft.com/office/drawing/2014/main" id="{6D5DAEDC-061A-0336-858F-3DC9812FBC63}"/>
                </a:ext>
              </a:extLst>
            </p:cNvPr>
            <p:cNvSpPr>
              <a:spLocks noChangeArrowheads="1"/>
            </p:cNvSpPr>
            <p:nvPr/>
          </p:nvSpPr>
          <p:spPr bwMode="auto">
            <a:xfrm>
              <a:off x="5360" y="1184"/>
              <a:ext cx="76" cy="73"/>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3" name="Oval 19">
              <a:extLst>
                <a:ext uri="{FF2B5EF4-FFF2-40B4-BE49-F238E27FC236}">
                  <a16:creationId xmlns:a16="http://schemas.microsoft.com/office/drawing/2014/main" id="{3C72D595-67A0-4D8F-9573-FB935C4933C5}"/>
                </a:ext>
              </a:extLst>
            </p:cNvPr>
            <p:cNvSpPr>
              <a:spLocks noChangeArrowheads="1"/>
            </p:cNvSpPr>
            <p:nvPr/>
          </p:nvSpPr>
          <p:spPr bwMode="auto">
            <a:xfrm>
              <a:off x="5472" y="1184"/>
              <a:ext cx="73" cy="73"/>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4" name="Oval 20">
              <a:extLst>
                <a:ext uri="{FF2B5EF4-FFF2-40B4-BE49-F238E27FC236}">
                  <a16:creationId xmlns:a16="http://schemas.microsoft.com/office/drawing/2014/main" id="{F7D0CFD8-C08F-F4D1-D40C-21E4AF9414D3}"/>
                </a:ext>
              </a:extLst>
            </p:cNvPr>
            <p:cNvSpPr>
              <a:spLocks noChangeArrowheads="1"/>
            </p:cNvSpPr>
            <p:nvPr/>
          </p:nvSpPr>
          <p:spPr bwMode="auto">
            <a:xfrm>
              <a:off x="5584" y="1184"/>
              <a:ext cx="80" cy="73"/>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5" name="Oval 21">
              <a:extLst>
                <a:ext uri="{FF2B5EF4-FFF2-40B4-BE49-F238E27FC236}">
                  <a16:creationId xmlns:a16="http://schemas.microsoft.com/office/drawing/2014/main" id="{E41ED69E-4158-D44C-B7D9-9F2A1B83A5CC}"/>
                </a:ext>
              </a:extLst>
            </p:cNvPr>
            <p:cNvSpPr>
              <a:spLocks noChangeArrowheads="1"/>
            </p:cNvSpPr>
            <p:nvPr/>
          </p:nvSpPr>
          <p:spPr bwMode="auto">
            <a:xfrm>
              <a:off x="5136" y="1296"/>
              <a:ext cx="80"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6" name="Oval 22">
              <a:extLst>
                <a:ext uri="{FF2B5EF4-FFF2-40B4-BE49-F238E27FC236}">
                  <a16:creationId xmlns:a16="http://schemas.microsoft.com/office/drawing/2014/main" id="{5F6D2EEB-0C3E-0F7C-1A2F-29946DBFF4A1}"/>
                </a:ext>
              </a:extLst>
            </p:cNvPr>
            <p:cNvSpPr>
              <a:spLocks noChangeArrowheads="1"/>
            </p:cNvSpPr>
            <p:nvPr/>
          </p:nvSpPr>
          <p:spPr bwMode="auto">
            <a:xfrm>
              <a:off x="5248" y="1296"/>
              <a:ext cx="79"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7" name="Oval 23">
              <a:extLst>
                <a:ext uri="{FF2B5EF4-FFF2-40B4-BE49-F238E27FC236}">
                  <a16:creationId xmlns:a16="http://schemas.microsoft.com/office/drawing/2014/main" id="{5E198739-1F91-D638-2CF6-E5A76964330C}"/>
                </a:ext>
              </a:extLst>
            </p:cNvPr>
            <p:cNvSpPr>
              <a:spLocks noChangeArrowheads="1"/>
            </p:cNvSpPr>
            <p:nvPr/>
          </p:nvSpPr>
          <p:spPr bwMode="auto">
            <a:xfrm>
              <a:off x="5360" y="1296"/>
              <a:ext cx="76"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8" name="Oval 24">
              <a:extLst>
                <a:ext uri="{FF2B5EF4-FFF2-40B4-BE49-F238E27FC236}">
                  <a16:creationId xmlns:a16="http://schemas.microsoft.com/office/drawing/2014/main" id="{07578101-8611-5170-A928-C169720C1ED2}"/>
                </a:ext>
              </a:extLst>
            </p:cNvPr>
            <p:cNvSpPr>
              <a:spLocks noChangeArrowheads="1"/>
            </p:cNvSpPr>
            <p:nvPr/>
          </p:nvSpPr>
          <p:spPr bwMode="auto">
            <a:xfrm>
              <a:off x="5472" y="1296"/>
              <a:ext cx="73"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49" name="Oval 25">
              <a:extLst>
                <a:ext uri="{FF2B5EF4-FFF2-40B4-BE49-F238E27FC236}">
                  <a16:creationId xmlns:a16="http://schemas.microsoft.com/office/drawing/2014/main" id="{1EC51DC3-2442-FBCA-153A-DB136DB877A6}"/>
                </a:ext>
              </a:extLst>
            </p:cNvPr>
            <p:cNvSpPr>
              <a:spLocks noChangeArrowheads="1"/>
            </p:cNvSpPr>
            <p:nvPr/>
          </p:nvSpPr>
          <p:spPr bwMode="auto">
            <a:xfrm>
              <a:off x="5136" y="1408"/>
              <a:ext cx="80"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0" name="Oval 26">
              <a:extLst>
                <a:ext uri="{FF2B5EF4-FFF2-40B4-BE49-F238E27FC236}">
                  <a16:creationId xmlns:a16="http://schemas.microsoft.com/office/drawing/2014/main" id="{DD32B0D8-6654-B7D6-DD33-A9B69E04608C}"/>
                </a:ext>
              </a:extLst>
            </p:cNvPr>
            <p:cNvSpPr>
              <a:spLocks noChangeArrowheads="1"/>
            </p:cNvSpPr>
            <p:nvPr/>
          </p:nvSpPr>
          <p:spPr bwMode="auto">
            <a:xfrm>
              <a:off x="5248" y="1408"/>
              <a:ext cx="79"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1" name="Oval 27">
              <a:extLst>
                <a:ext uri="{FF2B5EF4-FFF2-40B4-BE49-F238E27FC236}">
                  <a16:creationId xmlns:a16="http://schemas.microsoft.com/office/drawing/2014/main" id="{20E6155F-3B0E-9D0F-81FE-929EE9A4D031}"/>
                </a:ext>
              </a:extLst>
            </p:cNvPr>
            <p:cNvSpPr>
              <a:spLocks noChangeArrowheads="1"/>
            </p:cNvSpPr>
            <p:nvPr/>
          </p:nvSpPr>
          <p:spPr bwMode="auto">
            <a:xfrm>
              <a:off x="5360" y="1408"/>
              <a:ext cx="76"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2" name="Oval 28">
              <a:extLst>
                <a:ext uri="{FF2B5EF4-FFF2-40B4-BE49-F238E27FC236}">
                  <a16:creationId xmlns:a16="http://schemas.microsoft.com/office/drawing/2014/main" id="{27E93524-6444-343B-49AE-4826712EECCA}"/>
                </a:ext>
              </a:extLst>
            </p:cNvPr>
            <p:cNvSpPr>
              <a:spLocks noChangeArrowheads="1"/>
            </p:cNvSpPr>
            <p:nvPr/>
          </p:nvSpPr>
          <p:spPr bwMode="auto">
            <a:xfrm>
              <a:off x="5472" y="1408"/>
              <a:ext cx="73"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3" name="Oval 29">
              <a:extLst>
                <a:ext uri="{FF2B5EF4-FFF2-40B4-BE49-F238E27FC236}">
                  <a16:creationId xmlns:a16="http://schemas.microsoft.com/office/drawing/2014/main" id="{541CF4B3-61E8-EEB1-87FF-39C00862D8BC}"/>
                </a:ext>
              </a:extLst>
            </p:cNvPr>
            <p:cNvSpPr>
              <a:spLocks noChangeArrowheads="1"/>
            </p:cNvSpPr>
            <p:nvPr/>
          </p:nvSpPr>
          <p:spPr bwMode="auto">
            <a:xfrm>
              <a:off x="5584" y="1408"/>
              <a:ext cx="80"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4" name="Oval 30">
              <a:extLst>
                <a:ext uri="{FF2B5EF4-FFF2-40B4-BE49-F238E27FC236}">
                  <a16:creationId xmlns:a16="http://schemas.microsoft.com/office/drawing/2014/main" id="{1E5D070B-D5A8-7A52-2469-D765DA42C0BA}"/>
                </a:ext>
              </a:extLst>
            </p:cNvPr>
            <p:cNvSpPr>
              <a:spLocks noChangeArrowheads="1"/>
            </p:cNvSpPr>
            <p:nvPr/>
          </p:nvSpPr>
          <p:spPr bwMode="auto">
            <a:xfrm>
              <a:off x="5136" y="1520"/>
              <a:ext cx="80" cy="79"/>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5" name="Oval 31">
              <a:extLst>
                <a:ext uri="{FF2B5EF4-FFF2-40B4-BE49-F238E27FC236}">
                  <a16:creationId xmlns:a16="http://schemas.microsoft.com/office/drawing/2014/main" id="{4FED4712-2B2A-8B71-4F82-01F046667F17}"/>
                </a:ext>
              </a:extLst>
            </p:cNvPr>
            <p:cNvSpPr>
              <a:spLocks noChangeArrowheads="1"/>
            </p:cNvSpPr>
            <p:nvPr/>
          </p:nvSpPr>
          <p:spPr bwMode="auto">
            <a:xfrm>
              <a:off x="5248" y="1520"/>
              <a:ext cx="79" cy="79"/>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6" name="Oval 32">
              <a:extLst>
                <a:ext uri="{FF2B5EF4-FFF2-40B4-BE49-F238E27FC236}">
                  <a16:creationId xmlns:a16="http://schemas.microsoft.com/office/drawing/2014/main" id="{9ED8FC87-581E-AE25-B99D-13A85D93DF2A}"/>
                </a:ext>
              </a:extLst>
            </p:cNvPr>
            <p:cNvSpPr>
              <a:spLocks noChangeArrowheads="1"/>
            </p:cNvSpPr>
            <p:nvPr/>
          </p:nvSpPr>
          <p:spPr bwMode="auto">
            <a:xfrm>
              <a:off x="5360" y="1520"/>
              <a:ext cx="76" cy="79"/>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7" name="Oval 33">
              <a:extLst>
                <a:ext uri="{FF2B5EF4-FFF2-40B4-BE49-F238E27FC236}">
                  <a16:creationId xmlns:a16="http://schemas.microsoft.com/office/drawing/2014/main" id="{C3F4D87C-521A-EE7F-60FF-E2050187E011}"/>
                </a:ext>
              </a:extLst>
            </p:cNvPr>
            <p:cNvSpPr>
              <a:spLocks noChangeArrowheads="1"/>
            </p:cNvSpPr>
            <p:nvPr/>
          </p:nvSpPr>
          <p:spPr bwMode="auto">
            <a:xfrm>
              <a:off x="5472" y="1520"/>
              <a:ext cx="73" cy="79"/>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8" name="Oval 34">
              <a:extLst>
                <a:ext uri="{FF2B5EF4-FFF2-40B4-BE49-F238E27FC236}">
                  <a16:creationId xmlns:a16="http://schemas.microsoft.com/office/drawing/2014/main" id="{D1F60DD4-934E-501B-200C-EF108FE48266}"/>
                </a:ext>
              </a:extLst>
            </p:cNvPr>
            <p:cNvSpPr>
              <a:spLocks noChangeArrowheads="1"/>
            </p:cNvSpPr>
            <p:nvPr/>
          </p:nvSpPr>
          <p:spPr bwMode="auto">
            <a:xfrm>
              <a:off x="5136" y="1632"/>
              <a:ext cx="80" cy="75"/>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59" name="Oval 35">
              <a:extLst>
                <a:ext uri="{FF2B5EF4-FFF2-40B4-BE49-F238E27FC236}">
                  <a16:creationId xmlns:a16="http://schemas.microsoft.com/office/drawing/2014/main" id="{F88086D3-5C06-D467-2AB8-E429BBDCB996}"/>
                </a:ext>
              </a:extLst>
            </p:cNvPr>
            <p:cNvSpPr>
              <a:spLocks noChangeArrowheads="1"/>
            </p:cNvSpPr>
            <p:nvPr/>
          </p:nvSpPr>
          <p:spPr bwMode="auto">
            <a:xfrm>
              <a:off x="5248" y="1632"/>
              <a:ext cx="79" cy="75"/>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60" name="Oval 36">
              <a:extLst>
                <a:ext uri="{FF2B5EF4-FFF2-40B4-BE49-F238E27FC236}">
                  <a16:creationId xmlns:a16="http://schemas.microsoft.com/office/drawing/2014/main" id="{B87D0F84-B80F-F8A0-1E40-CE3B646A8ABE}"/>
                </a:ext>
              </a:extLst>
            </p:cNvPr>
            <p:cNvSpPr>
              <a:spLocks noChangeArrowheads="1"/>
            </p:cNvSpPr>
            <p:nvPr/>
          </p:nvSpPr>
          <p:spPr bwMode="auto">
            <a:xfrm>
              <a:off x="5360" y="1632"/>
              <a:ext cx="76" cy="75"/>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61" name="Oval 37">
              <a:extLst>
                <a:ext uri="{FF2B5EF4-FFF2-40B4-BE49-F238E27FC236}">
                  <a16:creationId xmlns:a16="http://schemas.microsoft.com/office/drawing/2014/main" id="{E42F741F-0CED-95BD-F3F7-FA7CE3065BD6}"/>
                </a:ext>
              </a:extLst>
            </p:cNvPr>
            <p:cNvSpPr>
              <a:spLocks noChangeArrowheads="1"/>
            </p:cNvSpPr>
            <p:nvPr/>
          </p:nvSpPr>
          <p:spPr bwMode="auto">
            <a:xfrm>
              <a:off x="5472" y="1632"/>
              <a:ext cx="73" cy="75"/>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62" name="Oval 38">
              <a:extLst>
                <a:ext uri="{FF2B5EF4-FFF2-40B4-BE49-F238E27FC236}">
                  <a16:creationId xmlns:a16="http://schemas.microsoft.com/office/drawing/2014/main" id="{8448BB48-4711-8B0D-ED86-CA3471548B4F}"/>
                </a:ext>
              </a:extLst>
            </p:cNvPr>
            <p:cNvSpPr>
              <a:spLocks noChangeArrowheads="1"/>
            </p:cNvSpPr>
            <p:nvPr/>
          </p:nvSpPr>
          <p:spPr bwMode="auto">
            <a:xfrm>
              <a:off x="5248" y="1744"/>
              <a:ext cx="79"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sp>
          <p:nvSpPr>
            <p:cNvPr id="1063" name="Oval 39">
              <a:extLst>
                <a:ext uri="{FF2B5EF4-FFF2-40B4-BE49-F238E27FC236}">
                  <a16:creationId xmlns:a16="http://schemas.microsoft.com/office/drawing/2014/main" id="{2F875351-BE59-5180-AF90-3ADC83E92E4A}"/>
                </a:ext>
              </a:extLst>
            </p:cNvPr>
            <p:cNvSpPr>
              <a:spLocks noChangeArrowheads="1"/>
            </p:cNvSpPr>
            <p:nvPr/>
          </p:nvSpPr>
          <p:spPr bwMode="auto">
            <a:xfrm>
              <a:off x="5472" y="1744"/>
              <a:ext cx="73"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p>
          </p:txBody>
        </p:sp>
      </p:grpSp>
    </p:spTree>
  </p:cSld>
  <p:clrMap bg1="lt1" tx1="dk1" bg2="lt2" tx2="dk2" accent1="accent1" accent2="accent2" accent3="accent3" accent4="accent4" accent5="accent5" accent6="accent6" hlink="hlink" folHlink="folHlink"/>
  <p:sldLayoutIdLst>
    <p:sldLayoutId id="2147484277" r:id="rId1"/>
    <p:sldLayoutId id="2147484267" r:id="rId2"/>
    <p:sldLayoutId id="2147484268" r:id="rId3"/>
    <p:sldLayoutId id="2147484269" r:id="rId4"/>
    <p:sldLayoutId id="2147484270" r:id="rId5"/>
    <p:sldLayoutId id="2147484271" r:id="rId6"/>
    <p:sldLayoutId id="2147484272" r:id="rId7"/>
    <p:sldLayoutId id="2147484273" r:id="rId8"/>
    <p:sldLayoutId id="2147484274" r:id="rId9"/>
    <p:sldLayoutId id="2147484275" r:id="rId10"/>
    <p:sldLayoutId id="2147484276" r:id="rId11"/>
  </p:sldLayoutIdLst>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Line 2">
            <a:extLst>
              <a:ext uri="{FF2B5EF4-FFF2-40B4-BE49-F238E27FC236}">
                <a16:creationId xmlns:a16="http://schemas.microsoft.com/office/drawing/2014/main" id="{B94A1661-CFC7-8527-2530-F8AB08B7A60B}"/>
              </a:ext>
            </a:extLst>
          </p:cNvPr>
          <p:cNvSpPr>
            <a:spLocks noChangeShapeType="1"/>
          </p:cNvSpPr>
          <p:nvPr/>
        </p:nvSpPr>
        <p:spPr bwMode="auto">
          <a:xfrm>
            <a:off x="7962900" y="152400"/>
            <a:ext cx="0" cy="1524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it-IT"/>
          </a:p>
        </p:txBody>
      </p:sp>
      <p:sp>
        <p:nvSpPr>
          <p:cNvPr id="13315" name="Rectangle 3">
            <a:extLst>
              <a:ext uri="{FF2B5EF4-FFF2-40B4-BE49-F238E27FC236}">
                <a16:creationId xmlns:a16="http://schemas.microsoft.com/office/drawing/2014/main" id="{17E85EDF-BE08-51B3-3840-3CFC6215F7CA}"/>
              </a:ext>
            </a:extLst>
          </p:cNvPr>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Fare clic per modificare lo stile del titolo</a:t>
            </a:r>
          </a:p>
        </p:txBody>
      </p:sp>
      <p:sp>
        <p:nvSpPr>
          <p:cNvPr id="13316" name="Rectangle 4">
            <a:extLst>
              <a:ext uri="{FF2B5EF4-FFF2-40B4-BE49-F238E27FC236}">
                <a16:creationId xmlns:a16="http://schemas.microsoft.com/office/drawing/2014/main" id="{F4D36485-D6F6-8A42-C5F6-154AEE5E28F4}"/>
              </a:ext>
            </a:extLst>
          </p:cNvPr>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Fare clic per modificare gli stili del testo dello schema</a:t>
            </a:r>
          </a:p>
          <a:p>
            <a:pPr lvl="1"/>
            <a:r>
              <a:rPr lang="en-US" altLang="en-US"/>
              <a:t>Secondo livello</a:t>
            </a:r>
          </a:p>
          <a:p>
            <a:pPr lvl="2"/>
            <a:r>
              <a:rPr lang="en-US" altLang="en-US"/>
              <a:t>Terzo livello</a:t>
            </a:r>
          </a:p>
          <a:p>
            <a:pPr lvl="3"/>
            <a:r>
              <a:rPr lang="en-US" altLang="en-US"/>
              <a:t>Quarto livello</a:t>
            </a:r>
          </a:p>
          <a:p>
            <a:pPr lvl="4"/>
            <a:r>
              <a:rPr lang="en-US" altLang="en-US"/>
              <a:t>Quinto livello</a:t>
            </a:r>
          </a:p>
        </p:txBody>
      </p:sp>
      <p:sp>
        <p:nvSpPr>
          <p:cNvPr id="151557" name="Rectangle 5">
            <a:extLst>
              <a:ext uri="{FF2B5EF4-FFF2-40B4-BE49-F238E27FC236}">
                <a16:creationId xmlns:a16="http://schemas.microsoft.com/office/drawing/2014/main" id="{61A63538-FAD1-F0EF-0C37-FD23566582FC}"/>
              </a:ext>
            </a:extLst>
          </p:cNvPr>
          <p:cNvSpPr>
            <a:spLocks noGrp="1" noChangeArrowheads="1"/>
          </p:cNvSpPr>
          <p:nvPr>
            <p:ph type="dt" sz="half" idx="2"/>
          </p:nvPr>
        </p:nvSpPr>
        <p:spPr bwMode="auto">
          <a:xfrm>
            <a:off x="457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defTabSz="914400" eaLnBrk="1" hangingPunct="1">
              <a:buClrTx/>
              <a:buSzTx/>
              <a:buFontTx/>
              <a:buNone/>
              <a:defRPr sz="1000" b="0">
                <a:solidFill>
                  <a:srgbClr val="000000"/>
                </a:solidFill>
                <a:latin typeface="Arial" charset="0"/>
              </a:defRPr>
            </a:lvl1pPr>
          </a:lstStyle>
          <a:p>
            <a:pPr>
              <a:defRPr/>
            </a:pPr>
            <a:endParaRPr lang="en-US" altLang="en-US"/>
          </a:p>
        </p:txBody>
      </p:sp>
      <p:sp>
        <p:nvSpPr>
          <p:cNvPr id="151558" name="Rectangle 6">
            <a:extLst>
              <a:ext uri="{FF2B5EF4-FFF2-40B4-BE49-F238E27FC236}">
                <a16:creationId xmlns:a16="http://schemas.microsoft.com/office/drawing/2014/main" id="{AECF825F-2E72-4B83-BC02-D5C3D8AE2EAD}"/>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defTabSz="914400" eaLnBrk="1" hangingPunct="1">
              <a:buClrTx/>
              <a:buSzTx/>
              <a:buFontTx/>
              <a:buNone/>
              <a:defRPr sz="1000" b="0">
                <a:solidFill>
                  <a:srgbClr val="000000"/>
                </a:solidFill>
                <a:latin typeface="Arial" charset="0"/>
              </a:defRPr>
            </a:lvl1pPr>
          </a:lstStyle>
          <a:p>
            <a:pPr>
              <a:defRPr/>
            </a:pPr>
            <a:endParaRPr lang="en-US" altLang="en-US"/>
          </a:p>
        </p:txBody>
      </p:sp>
      <p:sp>
        <p:nvSpPr>
          <p:cNvPr id="151559" name="Rectangle 7">
            <a:extLst>
              <a:ext uri="{FF2B5EF4-FFF2-40B4-BE49-F238E27FC236}">
                <a16:creationId xmlns:a16="http://schemas.microsoft.com/office/drawing/2014/main" id="{3854CC22-A47E-4B99-56B6-C9B90D5732D3}"/>
              </a:ext>
            </a:extLst>
          </p:cNvPr>
          <p:cNvSpPr>
            <a:spLocks noGrp="1" noChangeArrowheads="1"/>
          </p:cNvSpPr>
          <p:nvPr>
            <p:ph type="sldNum" sz="quarter" idx="4"/>
          </p:nvPr>
        </p:nvSpPr>
        <p:spPr bwMode="auto">
          <a:xfrm>
            <a:off x="6553200" y="6248400"/>
            <a:ext cx="2133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000">
                <a:solidFill>
                  <a:srgbClr val="000000"/>
                </a:solidFill>
              </a:defRPr>
            </a:lvl1pPr>
          </a:lstStyle>
          <a:p>
            <a:pPr>
              <a:defRPr/>
            </a:pPr>
            <a:fld id="{66F2F4A3-8084-BD4F-91DE-A87AC1BC6FBF}" type="slidenum">
              <a:rPr lang="en-US" altLang="en-US"/>
              <a:pPr>
                <a:defRPr/>
              </a:pPr>
              <a:t>‹N›</a:t>
            </a:fld>
            <a:endParaRPr lang="en-US" altLang="en-US"/>
          </a:p>
        </p:txBody>
      </p:sp>
      <p:grpSp>
        <p:nvGrpSpPr>
          <p:cNvPr id="13320" name="Group 8">
            <a:extLst>
              <a:ext uri="{FF2B5EF4-FFF2-40B4-BE49-F238E27FC236}">
                <a16:creationId xmlns:a16="http://schemas.microsoft.com/office/drawing/2014/main" id="{61ABDA96-7F6E-228C-CF4B-8308EA4743A1}"/>
              </a:ext>
            </a:extLst>
          </p:cNvPr>
          <p:cNvGrpSpPr>
            <a:grpSpLocks/>
          </p:cNvGrpSpPr>
          <p:nvPr/>
        </p:nvGrpSpPr>
        <p:grpSpPr bwMode="auto">
          <a:xfrm>
            <a:off x="8153400" y="152400"/>
            <a:ext cx="792163" cy="1295400"/>
            <a:chOff x="5136" y="960"/>
            <a:chExt cx="528" cy="864"/>
          </a:xfrm>
        </p:grpSpPr>
        <p:sp>
          <p:nvSpPr>
            <p:cNvPr id="1033" name="Oval 9">
              <a:extLst>
                <a:ext uri="{FF2B5EF4-FFF2-40B4-BE49-F238E27FC236}">
                  <a16:creationId xmlns:a16="http://schemas.microsoft.com/office/drawing/2014/main" id="{8461CF2E-0F90-E81A-AD00-DD475948DC33}"/>
                </a:ext>
              </a:extLst>
            </p:cNvPr>
            <p:cNvSpPr>
              <a:spLocks noChangeArrowheads="1"/>
            </p:cNvSpPr>
            <p:nvPr/>
          </p:nvSpPr>
          <p:spPr bwMode="auto">
            <a:xfrm>
              <a:off x="5136" y="960"/>
              <a:ext cx="80"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34" name="Oval 10">
              <a:extLst>
                <a:ext uri="{FF2B5EF4-FFF2-40B4-BE49-F238E27FC236}">
                  <a16:creationId xmlns:a16="http://schemas.microsoft.com/office/drawing/2014/main" id="{286A716C-97CE-AE29-537A-FFA6A5D8CBBE}"/>
                </a:ext>
              </a:extLst>
            </p:cNvPr>
            <p:cNvSpPr>
              <a:spLocks noChangeArrowheads="1"/>
            </p:cNvSpPr>
            <p:nvPr/>
          </p:nvSpPr>
          <p:spPr bwMode="auto">
            <a:xfrm>
              <a:off x="5248" y="960"/>
              <a:ext cx="79"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35" name="Oval 11">
              <a:extLst>
                <a:ext uri="{FF2B5EF4-FFF2-40B4-BE49-F238E27FC236}">
                  <a16:creationId xmlns:a16="http://schemas.microsoft.com/office/drawing/2014/main" id="{7D59E3BE-ED5C-EA8A-F14C-67F2238CC90B}"/>
                </a:ext>
              </a:extLst>
            </p:cNvPr>
            <p:cNvSpPr>
              <a:spLocks noChangeArrowheads="1"/>
            </p:cNvSpPr>
            <p:nvPr/>
          </p:nvSpPr>
          <p:spPr bwMode="auto">
            <a:xfrm>
              <a:off x="5360" y="960"/>
              <a:ext cx="76"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36" name="Oval 12">
              <a:extLst>
                <a:ext uri="{FF2B5EF4-FFF2-40B4-BE49-F238E27FC236}">
                  <a16:creationId xmlns:a16="http://schemas.microsoft.com/office/drawing/2014/main" id="{86274A88-D4D3-D809-5249-D5353F51FB69}"/>
                </a:ext>
              </a:extLst>
            </p:cNvPr>
            <p:cNvSpPr>
              <a:spLocks noChangeArrowheads="1"/>
            </p:cNvSpPr>
            <p:nvPr/>
          </p:nvSpPr>
          <p:spPr bwMode="auto">
            <a:xfrm>
              <a:off x="5136" y="1072"/>
              <a:ext cx="80"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37" name="Oval 13">
              <a:extLst>
                <a:ext uri="{FF2B5EF4-FFF2-40B4-BE49-F238E27FC236}">
                  <a16:creationId xmlns:a16="http://schemas.microsoft.com/office/drawing/2014/main" id="{55349929-CCB6-71E0-028C-DF7FEA0A907B}"/>
                </a:ext>
              </a:extLst>
            </p:cNvPr>
            <p:cNvSpPr>
              <a:spLocks noChangeArrowheads="1"/>
            </p:cNvSpPr>
            <p:nvPr/>
          </p:nvSpPr>
          <p:spPr bwMode="auto">
            <a:xfrm>
              <a:off x="5248" y="1072"/>
              <a:ext cx="79"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38" name="Oval 14">
              <a:extLst>
                <a:ext uri="{FF2B5EF4-FFF2-40B4-BE49-F238E27FC236}">
                  <a16:creationId xmlns:a16="http://schemas.microsoft.com/office/drawing/2014/main" id="{B76A3778-4706-3961-22A2-0B3E2B18AF0F}"/>
                </a:ext>
              </a:extLst>
            </p:cNvPr>
            <p:cNvSpPr>
              <a:spLocks noChangeArrowheads="1"/>
            </p:cNvSpPr>
            <p:nvPr/>
          </p:nvSpPr>
          <p:spPr bwMode="auto">
            <a:xfrm>
              <a:off x="5360" y="1072"/>
              <a:ext cx="76" cy="77"/>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39" name="Oval 15">
              <a:extLst>
                <a:ext uri="{FF2B5EF4-FFF2-40B4-BE49-F238E27FC236}">
                  <a16:creationId xmlns:a16="http://schemas.microsoft.com/office/drawing/2014/main" id="{68101DDD-FEF2-D450-041F-AF484DB662AB}"/>
                </a:ext>
              </a:extLst>
            </p:cNvPr>
            <p:cNvSpPr>
              <a:spLocks noChangeArrowheads="1"/>
            </p:cNvSpPr>
            <p:nvPr/>
          </p:nvSpPr>
          <p:spPr bwMode="auto">
            <a:xfrm>
              <a:off x="5472" y="1072"/>
              <a:ext cx="73" cy="77"/>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0" name="Oval 16">
              <a:extLst>
                <a:ext uri="{FF2B5EF4-FFF2-40B4-BE49-F238E27FC236}">
                  <a16:creationId xmlns:a16="http://schemas.microsoft.com/office/drawing/2014/main" id="{1ECB7845-BBA7-FE6D-DF8B-1026E68E7BEA}"/>
                </a:ext>
              </a:extLst>
            </p:cNvPr>
            <p:cNvSpPr>
              <a:spLocks noChangeArrowheads="1"/>
            </p:cNvSpPr>
            <p:nvPr/>
          </p:nvSpPr>
          <p:spPr bwMode="auto">
            <a:xfrm>
              <a:off x="5136" y="1184"/>
              <a:ext cx="80" cy="73"/>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1" name="Oval 17">
              <a:extLst>
                <a:ext uri="{FF2B5EF4-FFF2-40B4-BE49-F238E27FC236}">
                  <a16:creationId xmlns:a16="http://schemas.microsoft.com/office/drawing/2014/main" id="{1BD2CC0C-5330-696B-93FD-D9A375A8A99D}"/>
                </a:ext>
              </a:extLst>
            </p:cNvPr>
            <p:cNvSpPr>
              <a:spLocks noChangeArrowheads="1"/>
            </p:cNvSpPr>
            <p:nvPr/>
          </p:nvSpPr>
          <p:spPr bwMode="auto">
            <a:xfrm>
              <a:off x="5248" y="1184"/>
              <a:ext cx="79" cy="73"/>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2" name="Oval 18">
              <a:extLst>
                <a:ext uri="{FF2B5EF4-FFF2-40B4-BE49-F238E27FC236}">
                  <a16:creationId xmlns:a16="http://schemas.microsoft.com/office/drawing/2014/main" id="{B0AB335B-CBB6-E885-FBE1-061B57C2711C}"/>
                </a:ext>
              </a:extLst>
            </p:cNvPr>
            <p:cNvSpPr>
              <a:spLocks noChangeArrowheads="1"/>
            </p:cNvSpPr>
            <p:nvPr/>
          </p:nvSpPr>
          <p:spPr bwMode="auto">
            <a:xfrm>
              <a:off x="5360" y="1184"/>
              <a:ext cx="76" cy="73"/>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3" name="Oval 19">
              <a:extLst>
                <a:ext uri="{FF2B5EF4-FFF2-40B4-BE49-F238E27FC236}">
                  <a16:creationId xmlns:a16="http://schemas.microsoft.com/office/drawing/2014/main" id="{76F3C1CD-681B-FD04-4E97-6CF67E257048}"/>
                </a:ext>
              </a:extLst>
            </p:cNvPr>
            <p:cNvSpPr>
              <a:spLocks noChangeArrowheads="1"/>
            </p:cNvSpPr>
            <p:nvPr/>
          </p:nvSpPr>
          <p:spPr bwMode="auto">
            <a:xfrm>
              <a:off x="5472" y="1184"/>
              <a:ext cx="73" cy="73"/>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4" name="Oval 20">
              <a:extLst>
                <a:ext uri="{FF2B5EF4-FFF2-40B4-BE49-F238E27FC236}">
                  <a16:creationId xmlns:a16="http://schemas.microsoft.com/office/drawing/2014/main" id="{E6F6A862-702D-C3E1-DF6C-6D5D588B81BC}"/>
                </a:ext>
              </a:extLst>
            </p:cNvPr>
            <p:cNvSpPr>
              <a:spLocks noChangeArrowheads="1"/>
            </p:cNvSpPr>
            <p:nvPr/>
          </p:nvSpPr>
          <p:spPr bwMode="auto">
            <a:xfrm>
              <a:off x="5584" y="1184"/>
              <a:ext cx="80" cy="73"/>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5" name="Oval 21">
              <a:extLst>
                <a:ext uri="{FF2B5EF4-FFF2-40B4-BE49-F238E27FC236}">
                  <a16:creationId xmlns:a16="http://schemas.microsoft.com/office/drawing/2014/main" id="{8BE138F9-88E4-8E05-4097-4A35E03267C0}"/>
                </a:ext>
              </a:extLst>
            </p:cNvPr>
            <p:cNvSpPr>
              <a:spLocks noChangeArrowheads="1"/>
            </p:cNvSpPr>
            <p:nvPr/>
          </p:nvSpPr>
          <p:spPr bwMode="auto">
            <a:xfrm>
              <a:off x="5136" y="1296"/>
              <a:ext cx="80" cy="80"/>
            </a:xfrm>
            <a:prstGeom prst="ellipse">
              <a:avLst/>
            </a:prstGeom>
            <a:solidFill>
              <a:schemeClr val="tx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6" name="Oval 22">
              <a:extLst>
                <a:ext uri="{FF2B5EF4-FFF2-40B4-BE49-F238E27FC236}">
                  <a16:creationId xmlns:a16="http://schemas.microsoft.com/office/drawing/2014/main" id="{E8287AD8-6685-6891-8239-1617C5A6FF72}"/>
                </a:ext>
              </a:extLst>
            </p:cNvPr>
            <p:cNvSpPr>
              <a:spLocks noChangeArrowheads="1"/>
            </p:cNvSpPr>
            <p:nvPr/>
          </p:nvSpPr>
          <p:spPr bwMode="auto">
            <a:xfrm>
              <a:off x="5248" y="1296"/>
              <a:ext cx="79"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7" name="Oval 23">
              <a:extLst>
                <a:ext uri="{FF2B5EF4-FFF2-40B4-BE49-F238E27FC236}">
                  <a16:creationId xmlns:a16="http://schemas.microsoft.com/office/drawing/2014/main" id="{BBB73422-60BF-B202-C91F-F12A384E1AA7}"/>
                </a:ext>
              </a:extLst>
            </p:cNvPr>
            <p:cNvSpPr>
              <a:spLocks noChangeArrowheads="1"/>
            </p:cNvSpPr>
            <p:nvPr/>
          </p:nvSpPr>
          <p:spPr bwMode="auto">
            <a:xfrm>
              <a:off x="5360" y="1296"/>
              <a:ext cx="76"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8" name="Oval 24">
              <a:extLst>
                <a:ext uri="{FF2B5EF4-FFF2-40B4-BE49-F238E27FC236}">
                  <a16:creationId xmlns:a16="http://schemas.microsoft.com/office/drawing/2014/main" id="{0339766C-E6D7-69F1-358E-14726487B918}"/>
                </a:ext>
              </a:extLst>
            </p:cNvPr>
            <p:cNvSpPr>
              <a:spLocks noChangeArrowheads="1"/>
            </p:cNvSpPr>
            <p:nvPr/>
          </p:nvSpPr>
          <p:spPr bwMode="auto">
            <a:xfrm>
              <a:off x="5472" y="1296"/>
              <a:ext cx="73"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49" name="Oval 25">
              <a:extLst>
                <a:ext uri="{FF2B5EF4-FFF2-40B4-BE49-F238E27FC236}">
                  <a16:creationId xmlns:a16="http://schemas.microsoft.com/office/drawing/2014/main" id="{2553888A-E4A6-44D7-F05E-4B4CA473CAA8}"/>
                </a:ext>
              </a:extLst>
            </p:cNvPr>
            <p:cNvSpPr>
              <a:spLocks noChangeArrowheads="1"/>
            </p:cNvSpPr>
            <p:nvPr/>
          </p:nvSpPr>
          <p:spPr bwMode="auto">
            <a:xfrm>
              <a:off x="5136" y="1408"/>
              <a:ext cx="80"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0" name="Oval 26">
              <a:extLst>
                <a:ext uri="{FF2B5EF4-FFF2-40B4-BE49-F238E27FC236}">
                  <a16:creationId xmlns:a16="http://schemas.microsoft.com/office/drawing/2014/main" id="{460BEB71-4C93-FE6D-F669-F9F528ED350A}"/>
                </a:ext>
              </a:extLst>
            </p:cNvPr>
            <p:cNvSpPr>
              <a:spLocks noChangeArrowheads="1"/>
            </p:cNvSpPr>
            <p:nvPr/>
          </p:nvSpPr>
          <p:spPr bwMode="auto">
            <a:xfrm>
              <a:off x="5248" y="1408"/>
              <a:ext cx="79" cy="80"/>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1" name="Oval 27">
              <a:extLst>
                <a:ext uri="{FF2B5EF4-FFF2-40B4-BE49-F238E27FC236}">
                  <a16:creationId xmlns:a16="http://schemas.microsoft.com/office/drawing/2014/main" id="{9BB2A005-FB9E-33B9-5B54-5FD56C33E39C}"/>
                </a:ext>
              </a:extLst>
            </p:cNvPr>
            <p:cNvSpPr>
              <a:spLocks noChangeArrowheads="1"/>
            </p:cNvSpPr>
            <p:nvPr/>
          </p:nvSpPr>
          <p:spPr bwMode="auto">
            <a:xfrm>
              <a:off x="5360" y="1408"/>
              <a:ext cx="76"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2" name="Oval 28">
              <a:extLst>
                <a:ext uri="{FF2B5EF4-FFF2-40B4-BE49-F238E27FC236}">
                  <a16:creationId xmlns:a16="http://schemas.microsoft.com/office/drawing/2014/main" id="{B486BD1A-7230-D4BB-37F0-5D1557E54C6E}"/>
                </a:ext>
              </a:extLst>
            </p:cNvPr>
            <p:cNvSpPr>
              <a:spLocks noChangeArrowheads="1"/>
            </p:cNvSpPr>
            <p:nvPr/>
          </p:nvSpPr>
          <p:spPr bwMode="auto">
            <a:xfrm>
              <a:off x="5472" y="1408"/>
              <a:ext cx="73" cy="80"/>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3" name="Oval 29">
              <a:extLst>
                <a:ext uri="{FF2B5EF4-FFF2-40B4-BE49-F238E27FC236}">
                  <a16:creationId xmlns:a16="http://schemas.microsoft.com/office/drawing/2014/main" id="{8B161DC4-02DC-4A35-DE8D-3B20CBB0990D}"/>
                </a:ext>
              </a:extLst>
            </p:cNvPr>
            <p:cNvSpPr>
              <a:spLocks noChangeArrowheads="1"/>
            </p:cNvSpPr>
            <p:nvPr/>
          </p:nvSpPr>
          <p:spPr bwMode="auto">
            <a:xfrm>
              <a:off x="5584" y="1408"/>
              <a:ext cx="80"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4" name="Oval 30">
              <a:extLst>
                <a:ext uri="{FF2B5EF4-FFF2-40B4-BE49-F238E27FC236}">
                  <a16:creationId xmlns:a16="http://schemas.microsoft.com/office/drawing/2014/main" id="{15C2B82A-2D24-0292-9F49-488E5138791B}"/>
                </a:ext>
              </a:extLst>
            </p:cNvPr>
            <p:cNvSpPr>
              <a:spLocks noChangeArrowheads="1"/>
            </p:cNvSpPr>
            <p:nvPr/>
          </p:nvSpPr>
          <p:spPr bwMode="auto">
            <a:xfrm>
              <a:off x="5136" y="1520"/>
              <a:ext cx="80" cy="79"/>
            </a:xfrm>
            <a:prstGeom prst="ellipse">
              <a:avLst/>
            </a:prstGeom>
            <a:solidFill>
              <a:schemeClr val="accent2"/>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5" name="Oval 31">
              <a:extLst>
                <a:ext uri="{FF2B5EF4-FFF2-40B4-BE49-F238E27FC236}">
                  <a16:creationId xmlns:a16="http://schemas.microsoft.com/office/drawing/2014/main" id="{3CFA7F65-E46C-FC7C-CE88-2464DCE4FD63}"/>
                </a:ext>
              </a:extLst>
            </p:cNvPr>
            <p:cNvSpPr>
              <a:spLocks noChangeArrowheads="1"/>
            </p:cNvSpPr>
            <p:nvPr/>
          </p:nvSpPr>
          <p:spPr bwMode="auto">
            <a:xfrm>
              <a:off x="5248" y="1520"/>
              <a:ext cx="79" cy="79"/>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6" name="Oval 32">
              <a:extLst>
                <a:ext uri="{FF2B5EF4-FFF2-40B4-BE49-F238E27FC236}">
                  <a16:creationId xmlns:a16="http://schemas.microsoft.com/office/drawing/2014/main" id="{B08B39E6-85D0-DB8D-F530-796F69D879CE}"/>
                </a:ext>
              </a:extLst>
            </p:cNvPr>
            <p:cNvSpPr>
              <a:spLocks noChangeArrowheads="1"/>
            </p:cNvSpPr>
            <p:nvPr/>
          </p:nvSpPr>
          <p:spPr bwMode="auto">
            <a:xfrm>
              <a:off x="5360" y="1520"/>
              <a:ext cx="76" cy="79"/>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7" name="Oval 33">
              <a:extLst>
                <a:ext uri="{FF2B5EF4-FFF2-40B4-BE49-F238E27FC236}">
                  <a16:creationId xmlns:a16="http://schemas.microsoft.com/office/drawing/2014/main" id="{D5470C77-1952-FDFC-7D9F-442F6CBABD5B}"/>
                </a:ext>
              </a:extLst>
            </p:cNvPr>
            <p:cNvSpPr>
              <a:spLocks noChangeArrowheads="1"/>
            </p:cNvSpPr>
            <p:nvPr/>
          </p:nvSpPr>
          <p:spPr bwMode="auto">
            <a:xfrm>
              <a:off x="5472" y="1520"/>
              <a:ext cx="73" cy="79"/>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8" name="Oval 34">
              <a:extLst>
                <a:ext uri="{FF2B5EF4-FFF2-40B4-BE49-F238E27FC236}">
                  <a16:creationId xmlns:a16="http://schemas.microsoft.com/office/drawing/2014/main" id="{2007672F-7406-78F5-D73B-34B7534926A9}"/>
                </a:ext>
              </a:extLst>
            </p:cNvPr>
            <p:cNvSpPr>
              <a:spLocks noChangeArrowheads="1"/>
            </p:cNvSpPr>
            <p:nvPr/>
          </p:nvSpPr>
          <p:spPr bwMode="auto">
            <a:xfrm>
              <a:off x="5136" y="1632"/>
              <a:ext cx="80" cy="75"/>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59" name="Oval 35">
              <a:extLst>
                <a:ext uri="{FF2B5EF4-FFF2-40B4-BE49-F238E27FC236}">
                  <a16:creationId xmlns:a16="http://schemas.microsoft.com/office/drawing/2014/main" id="{1A9B9F24-9EA0-1E96-FF2B-36714EA60850}"/>
                </a:ext>
              </a:extLst>
            </p:cNvPr>
            <p:cNvSpPr>
              <a:spLocks noChangeArrowheads="1"/>
            </p:cNvSpPr>
            <p:nvPr/>
          </p:nvSpPr>
          <p:spPr bwMode="auto">
            <a:xfrm>
              <a:off x="5248" y="1632"/>
              <a:ext cx="79" cy="75"/>
            </a:xfrm>
            <a:prstGeom prst="ellipse">
              <a:avLst/>
            </a:prstGeom>
            <a:solidFill>
              <a:schemeClr val="accent1"/>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60" name="Oval 36">
              <a:extLst>
                <a:ext uri="{FF2B5EF4-FFF2-40B4-BE49-F238E27FC236}">
                  <a16:creationId xmlns:a16="http://schemas.microsoft.com/office/drawing/2014/main" id="{71F3A781-21B0-97CF-52F0-A5AA22BC93D8}"/>
                </a:ext>
              </a:extLst>
            </p:cNvPr>
            <p:cNvSpPr>
              <a:spLocks noChangeArrowheads="1"/>
            </p:cNvSpPr>
            <p:nvPr/>
          </p:nvSpPr>
          <p:spPr bwMode="auto">
            <a:xfrm>
              <a:off x="5360" y="1632"/>
              <a:ext cx="76" cy="75"/>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61" name="Oval 37">
              <a:extLst>
                <a:ext uri="{FF2B5EF4-FFF2-40B4-BE49-F238E27FC236}">
                  <a16:creationId xmlns:a16="http://schemas.microsoft.com/office/drawing/2014/main" id="{1AA31624-1283-E4F6-0D66-36467603DCB8}"/>
                </a:ext>
              </a:extLst>
            </p:cNvPr>
            <p:cNvSpPr>
              <a:spLocks noChangeArrowheads="1"/>
            </p:cNvSpPr>
            <p:nvPr/>
          </p:nvSpPr>
          <p:spPr bwMode="auto">
            <a:xfrm>
              <a:off x="5472" y="1632"/>
              <a:ext cx="73" cy="75"/>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62" name="Oval 38">
              <a:extLst>
                <a:ext uri="{FF2B5EF4-FFF2-40B4-BE49-F238E27FC236}">
                  <a16:creationId xmlns:a16="http://schemas.microsoft.com/office/drawing/2014/main" id="{4A50CC3F-EAFB-3CCB-47AB-E9C231A1F6D3}"/>
                </a:ext>
              </a:extLst>
            </p:cNvPr>
            <p:cNvSpPr>
              <a:spLocks noChangeArrowheads="1"/>
            </p:cNvSpPr>
            <p:nvPr/>
          </p:nvSpPr>
          <p:spPr bwMode="auto">
            <a:xfrm>
              <a:off x="5248" y="1744"/>
              <a:ext cx="79"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sp>
          <p:nvSpPr>
            <p:cNvPr id="1063" name="Oval 39">
              <a:extLst>
                <a:ext uri="{FF2B5EF4-FFF2-40B4-BE49-F238E27FC236}">
                  <a16:creationId xmlns:a16="http://schemas.microsoft.com/office/drawing/2014/main" id="{4EB1EFE5-BBA3-D63E-EBD1-79316D62C636}"/>
                </a:ext>
              </a:extLst>
            </p:cNvPr>
            <p:cNvSpPr>
              <a:spLocks noChangeArrowheads="1"/>
            </p:cNvSpPr>
            <p:nvPr/>
          </p:nvSpPr>
          <p:spPr bwMode="auto">
            <a:xfrm>
              <a:off x="5472" y="1744"/>
              <a:ext cx="73" cy="80"/>
            </a:xfrm>
            <a:prstGeom prst="ellipse">
              <a:avLst/>
            </a:prstGeom>
            <a:solidFill>
              <a:schemeClr val="folHlink"/>
            </a:solidFill>
            <a:ln>
              <a:noFill/>
            </a:ln>
            <a:effectLst/>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defRPr/>
              </a:pPr>
              <a:endParaRPr lang="it-IT" altLang="it-IT">
                <a:solidFill>
                  <a:srgbClr val="000000"/>
                </a:solidFill>
              </a:endParaRPr>
            </a:p>
          </p:txBody>
        </p:sp>
      </p:grpSp>
    </p:spTree>
  </p:cSld>
  <p:clrMap bg1="lt1" tx1="dk1" bg2="lt2" tx2="dk2" accent1="accent1" accent2="accent2" accent3="accent3" accent4="accent4" accent5="accent5" accent6="accent6" hlink="hlink" folHlink="folHlink"/>
  <p:sldLayoutIdLst>
    <p:sldLayoutId id="2147484278" r:id="rId1"/>
    <p:sldLayoutId id="2147484279" r:id="rId2"/>
    <p:sldLayoutId id="2147484280" r:id="rId3"/>
    <p:sldLayoutId id="2147484281" r:id="rId4"/>
    <p:sldLayoutId id="2147484282" r:id="rId5"/>
    <p:sldLayoutId id="2147484283" r:id="rId6"/>
    <p:sldLayoutId id="2147484284" r:id="rId7"/>
    <p:sldLayoutId id="2147484285" r:id="rId8"/>
    <p:sldLayoutId id="2147484286" r:id="rId9"/>
    <p:sldLayoutId id="2147484287" r:id="rId10"/>
    <p:sldLayoutId id="2147484288" r:id="rId11"/>
    <p:sldLayoutId id="2147484289" r:id="rId12"/>
  </p:sldLayoutIdLst>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charset="0"/>
        </a:defRPr>
      </a:lvl2pPr>
      <a:lvl3pPr algn="l" rtl="0" eaLnBrk="0" fontAlgn="base" hangingPunct="0">
        <a:spcBef>
          <a:spcPct val="0"/>
        </a:spcBef>
        <a:spcAft>
          <a:spcPct val="0"/>
        </a:spcAft>
        <a:defRPr sz="3900" b="1">
          <a:solidFill>
            <a:schemeClr val="tx2"/>
          </a:solidFill>
          <a:latin typeface="Arial" charset="0"/>
        </a:defRPr>
      </a:lvl3pPr>
      <a:lvl4pPr algn="l" rtl="0" eaLnBrk="0" fontAlgn="base" hangingPunct="0">
        <a:spcBef>
          <a:spcPct val="0"/>
        </a:spcBef>
        <a:spcAft>
          <a:spcPct val="0"/>
        </a:spcAft>
        <a:defRPr sz="3900" b="1">
          <a:solidFill>
            <a:schemeClr val="tx2"/>
          </a:solidFill>
          <a:latin typeface="Arial" charset="0"/>
        </a:defRPr>
      </a:lvl4pPr>
      <a:lvl5pPr algn="l" rtl="0" eaLnBrk="0" fontAlgn="base" hangingPunct="0">
        <a:spcBef>
          <a:spcPct val="0"/>
        </a:spcBef>
        <a:spcAft>
          <a:spcPct val="0"/>
        </a:spcAft>
        <a:defRPr sz="3900" b="1">
          <a:solidFill>
            <a:schemeClr val="tx2"/>
          </a:solidFill>
          <a:latin typeface="Arial" charset="0"/>
        </a:defRPr>
      </a:lvl5pPr>
      <a:lvl6pPr marL="457200" algn="l" rtl="0" fontAlgn="base">
        <a:spcBef>
          <a:spcPct val="0"/>
        </a:spcBef>
        <a:spcAft>
          <a:spcPct val="0"/>
        </a:spcAft>
        <a:defRPr sz="3900" b="1">
          <a:solidFill>
            <a:schemeClr val="tx2"/>
          </a:solidFill>
          <a:latin typeface="Arial" charset="0"/>
        </a:defRPr>
      </a:lvl6pPr>
      <a:lvl7pPr marL="914400" algn="l" rtl="0" fontAlgn="base">
        <a:spcBef>
          <a:spcPct val="0"/>
        </a:spcBef>
        <a:spcAft>
          <a:spcPct val="0"/>
        </a:spcAft>
        <a:defRPr sz="3900" b="1">
          <a:solidFill>
            <a:schemeClr val="tx2"/>
          </a:solidFill>
          <a:latin typeface="Arial" charset="0"/>
        </a:defRPr>
      </a:lvl7pPr>
      <a:lvl8pPr marL="1371600" algn="l" rtl="0" fontAlgn="base">
        <a:spcBef>
          <a:spcPct val="0"/>
        </a:spcBef>
        <a:spcAft>
          <a:spcPct val="0"/>
        </a:spcAft>
        <a:defRPr sz="3900" b="1">
          <a:solidFill>
            <a:schemeClr val="tx2"/>
          </a:solidFill>
          <a:latin typeface="Arial" charset="0"/>
        </a:defRPr>
      </a:lvl8pPr>
      <a:lvl9pPr marL="1828800" algn="l" rtl="0" fontAlgn="base">
        <a:spcBef>
          <a:spcPct val="0"/>
        </a:spcBef>
        <a:spcAft>
          <a:spcPct val="0"/>
        </a:spcAft>
        <a:defRPr sz="39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l"/>
        <a:defRPr sz="3000">
          <a:solidFill>
            <a:schemeClr val="tx1"/>
          </a:solidFill>
          <a:latin typeface="+mn-lt"/>
          <a:ea typeface="+mn-ea"/>
          <a:cs typeface="+mn-cs"/>
        </a:defRPr>
      </a:lvl1pPr>
      <a:lvl2pPr marL="692150" indent="-347663" algn="l" rtl="0" eaLnBrk="0" fontAlgn="base" hangingPunct="0">
        <a:spcBef>
          <a:spcPct val="20000"/>
        </a:spcBef>
        <a:spcAft>
          <a:spcPct val="0"/>
        </a:spcAft>
        <a:buClr>
          <a:schemeClr val="accent2"/>
        </a:buClr>
        <a:buSzPct val="70000"/>
        <a:buFont typeface="Wingdings" pitchFamily="2" charset="2"/>
        <a:buChar char="l"/>
        <a:defRPr sz="2600">
          <a:solidFill>
            <a:schemeClr val="tx1"/>
          </a:solidFill>
          <a:latin typeface="+mn-lt"/>
        </a:defRPr>
      </a:lvl2pPr>
      <a:lvl3pPr marL="987425" indent="-293688" algn="l" rtl="0" eaLnBrk="0" fontAlgn="base" hangingPunct="0">
        <a:spcBef>
          <a:spcPct val="20000"/>
        </a:spcBef>
        <a:spcAft>
          <a:spcPct val="0"/>
        </a:spcAft>
        <a:buClr>
          <a:schemeClr val="accent1"/>
        </a:buClr>
        <a:buSzPct val="70000"/>
        <a:buFont typeface="Wingdings" pitchFamily="2" charset="2"/>
        <a:buChar char="l"/>
        <a:defRPr sz="2300">
          <a:solidFill>
            <a:schemeClr val="tx1"/>
          </a:solidFill>
          <a:latin typeface="+mn-lt"/>
        </a:defRPr>
      </a:lvl3pPr>
      <a:lvl4pPr marL="1281113" indent="-292100" algn="l" rtl="0" eaLnBrk="0" fontAlgn="base" hangingPunct="0">
        <a:spcBef>
          <a:spcPct val="20000"/>
        </a:spcBef>
        <a:spcAft>
          <a:spcPct val="0"/>
        </a:spcAft>
        <a:buClr>
          <a:schemeClr val="tx2"/>
        </a:buClr>
        <a:buSzPct val="75000"/>
        <a:buFont typeface="Wingdings" pitchFamily="2" charset="2"/>
        <a:buChar char="§"/>
        <a:defRPr sz="2000">
          <a:solidFill>
            <a:schemeClr val="tx1"/>
          </a:solidFill>
          <a:latin typeface="+mn-lt"/>
        </a:defRPr>
      </a:lvl4pPr>
      <a:lvl5pPr marL="1598613" indent="-315913" algn="l" rtl="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mn-lt"/>
        </a:defRPr>
      </a:lvl5pPr>
      <a:lvl6pPr marL="20558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6pPr>
      <a:lvl7pPr marL="25130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7pPr>
      <a:lvl8pPr marL="29702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8pPr>
      <a:lvl9pPr marL="3427413" indent="-315913" algn="l" rtl="0" fontAlgn="base">
        <a:spcBef>
          <a:spcPct val="20000"/>
        </a:spcBef>
        <a:spcAft>
          <a:spcPct val="0"/>
        </a:spcAft>
        <a:buClr>
          <a:schemeClr val="folHlink"/>
        </a:buClr>
        <a:buSzPct val="80000"/>
        <a:buFont typeface="Wingdings" pitchFamily="2" charset="2"/>
        <a:buChar char="§"/>
        <a:defRPr sz="2000">
          <a:solidFill>
            <a:schemeClr val="tx1"/>
          </a:solidFill>
          <a:latin typeface="+mn-lt"/>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5D006909-677E-E5BA-947D-FAF190541586}"/>
              </a:ext>
            </a:extLst>
          </p:cNvPr>
          <p:cNvSpPr>
            <a:spLocks noGrp="1" noChangeArrowheads="1"/>
          </p:cNvSpPr>
          <p:nvPr>
            <p:ph type="ctrTitle"/>
          </p:nvPr>
        </p:nvSpPr>
        <p:spPr>
          <a:xfrm>
            <a:off x="204788" y="1563688"/>
            <a:ext cx="7235825" cy="1152525"/>
          </a:xfrm>
        </p:spPr>
        <p:txBody>
          <a:bodyPr/>
          <a:lstStyle/>
          <a:p>
            <a:pPr algn="ctr" eaLnBrk="1" hangingPunct="1"/>
            <a:br>
              <a:rPr lang="en-US" altLang="it-IT" sz="4000">
                <a:latin typeface="Times New Roman" panose="02020603050405020304" pitchFamily="18" charset="0"/>
              </a:rPr>
            </a:br>
            <a:r>
              <a:rPr lang="en-US" altLang="it-IT" sz="4000">
                <a:latin typeface="Times New Roman" panose="02020603050405020304" pitchFamily="18" charset="0"/>
              </a:rPr>
              <a:t> Corso di Programmazione</a:t>
            </a:r>
            <a:endParaRPr lang="en-US" altLang="it-IT" sz="4000" b="0" i="1">
              <a:latin typeface="Times New Roman" panose="02020603050405020304" pitchFamily="18" charset="0"/>
            </a:endParaRPr>
          </a:p>
        </p:txBody>
      </p:sp>
      <p:sp>
        <p:nvSpPr>
          <p:cNvPr id="28674" name="Rectangle 5">
            <a:extLst>
              <a:ext uri="{FF2B5EF4-FFF2-40B4-BE49-F238E27FC236}">
                <a16:creationId xmlns:a16="http://schemas.microsoft.com/office/drawing/2014/main" id="{A04B2F20-0F9F-4892-CF88-5E2222CEEE19}"/>
              </a:ext>
            </a:extLst>
          </p:cNvPr>
          <p:cNvSpPr>
            <a:spLocks noGrp="1" noChangeArrowheads="1"/>
          </p:cNvSpPr>
          <p:nvPr>
            <p:ph type="subTitle" idx="1"/>
          </p:nvPr>
        </p:nvSpPr>
        <p:spPr>
          <a:xfrm>
            <a:off x="-138113" y="3049588"/>
            <a:ext cx="7235826" cy="2362200"/>
          </a:xfrm>
        </p:spPr>
        <p:txBody>
          <a:bodyPr/>
          <a:lstStyle/>
          <a:p>
            <a:pPr>
              <a:lnSpc>
                <a:spcPct val="80000"/>
              </a:lnSpc>
            </a:pPr>
            <a:r>
              <a:rPr lang="en-US" altLang="it-IT" sz="3600" b="1" i="1">
                <a:latin typeface="Times New Roman" panose="02020603050405020304" pitchFamily="18" charset="0"/>
              </a:rPr>
              <a:t>Ereditarietà in Java: </a:t>
            </a:r>
          </a:p>
          <a:p>
            <a:pPr>
              <a:lnSpc>
                <a:spcPct val="80000"/>
              </a:lnSpc>
            </a:pPr>
            <a:r>
              <a:rPr lang="en-US" altLang="it-IT" sz="3600" b="1" i="1">
                <a:latin typeface="Times New Roman" panose="02020603050405020304" pitchFamily="18" charset="0"/>
              </a:rPr>
              <a:t>La classe Object</a:t>
            </a:r>
            <a:endParaRPr lang="en-US" altLang="it-IT" b="1" i="1">
              <a:latin typeface="Times New Roman" panose="02020603050405020304" pitchFamily="18" charset="0"/>
            </a:endParaRPr>
          </a:p>
          <a:p>
            <a:pPr eaLnBrk="1" hangingPunct="1"/>
            <a:endParaRPr lang="en-US" altLang="it-IT" sz="4100" b="1" i="1">
              <a:latin typeface="Times New Roman" panose="02020603050405020304" pitchFamily="18" charset="0"/>
            </a:endParaRPr>
          </a:p>
          <a:p>
            <a:pPr eaLnBrk="1" hangingPunct="1"/>
            <a:endParaRPr lang="en-US" altLang="it-IT" sz="4100" b="1" i="1">
              <a:latin typeface="Times New Roman" panose="02020603050405020304" pitchFamily="18" charset="0"/>
            </a:endParaRPr>
          </a:p>
        </p:txBody>
      </p:sp>
      <p:sp>
        <p:nvSpPr>
          <p:cNvPr id="28675" name="Text Box 6">
            <a:extLst>
              <a:ext uri="{FF2B5EF4-FFF2-40B4-BE49-F238E27FC236}">
                <a16:creationId xmlns:a16="http://schemas.microsoft.com/office/drawing/2014/main" id="{0B04584A-69E3-B772-9D0A-88AEE8ED92BC}"/>
              </a:ext>
            </a:extLst>
          </p:cNvPr>
          <p:cNvSpPr txBox="1">
            <a:spLocks noChangeArrowheads="1"/>
          </p:cNvSpPr>
          <p:nvPr/>
        </p:nvSpPr>
        <p:spPr bwMode="auto">
          <a:xfrm>
            <a:off x="539750" y="260350"/>
            <a:ext cx="67198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SzPct val="70000"/>
              <a:buFont typeface="Wingdings" pitchFamily="2" charset="2"/>
              <a:buChar char="l"/>
              <a:defRPr sz="3000">
                <a:solidFill>
                  <a:schemeClr val="tx1"/>
                </a:solidFill>
                <a:latin typeface="Arial" panose="020B0604020202020204" pitchFamily="34" charset="0"/>
              </a:defRPr>
            </a:lvl1pPr>
            <a:lvl2pPr marL="742950" indent="-285750">
              <a:spcBef>
                <a:spcPct val="20000"/>
              </a:spcBef>
              <a:buClr>
                <a:schemeClr val="accent2"/>
              </a:buClr>
              <a:buSzPct val="70000"/>
              <a:buFont typeface="Wingdings" pitchFamily="2" charset="2"/>
              <a:buChar char="l"/>
              <a:defRPr sz="2600">
                <a:solidFill>
                  <a:schemeClr val="tx1"/>
                </a:solidFill>
                <a:latin typeface="Arial" panose="020B0604020202020204" pitchFamily="34" charset="0"/>
              </a:defRPr>
            </a:lvl2pPr>
            <a:lvl3pPr marL="1143000" indent="-228600">
              <a:spcBef>
                <a:spcPct val="20000"/>
              </a:spcBef>
              <a:buClr>
                <a:schemeClr val="accent1"/>
              </a:buClr>
              <a:buSzPct val="70000"/>
              <a:buFont typeface="Wingdings" pitchFamily="2" charset="2"/>
              <a:buChar char="l"/>
              <a:defRPr sz="2300">
                <a:solidFill>
                  <a:schemeClr val="tx1"/>
                </a:solidFill>
                <a:latin typeface="Arial" panose="020B0604020202020204" pitchFamily="34" charset="0"/>
              </a:defRPr>
            </a:lvl3pPr>
            <a:lvl4pPr marL="1600200" indent="-228600">
              <a:spcBef>
                <a:spcPct val="20000"/>
              </a:spcBef>
              <a:buClr>
                <a:schemeClr val="tx2"/>
              </a:buClr>
              <a:buSzPct val="75000"/>
              <a:buFont typeface="Wingdings" pitchFamily="2" charset="2"/>
              <a:buChar char="§"/>
              <a:defRPr sz="2000">
                <a:solidFill>
                  <a:schemeClr val="tx1"/>
                </a:solidFill>
                <a:latin typeface="Arial" panose="020B0604020202020204" pitchFamily="34" charset="0"/>
              </a:defRPr>
            </a:lvl4pPr>
            <a:lvl5pPr marL="2057400" indent="-228600">
              <a:spcBef>
                <a:spcPct val="20000"/>
              </a:spcBef>
              <a:buClr>
                <a:schemeClr val="folHlink"/>
              </a:buClr>
              <a:buSzPct val="80000"/>
              <a:buFont typeface="Wingdings"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folHlink"/>
              </a:buClr>
              <a:buSzPct val="80000"/>
              <a:buFont typeface="Wingdings"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it-IT" altLang="it-IT" sz="1200"/>
              <a:t>Università di Napoli Federico II - </a:t>
            </a:r>
            <a:r>
              <a:rPr lang="en-GB" altLang="it-IT" sz="1200"/>
              <a:t>Dip. di Ingegneria Elettrica e delle Tecnologie dell’Informazione </a:t>
            </a:r>
          </a:p>
          <a:p>
            <a:pPr eaLnBrk="1" hangingPunct="1">
              <a:spcBef>
                <a:spcPct val="0"/>
              </a:spcBef>
              <a:buClrTx/>
              <a:buSzTx/>
              <a:buFontTx/>
              <a:buNone/>
            </a:pPr>
            <a:r>
              <a:rPr lang="it-IT" altLang="it-IT" sz="1200"/>
              <a:t>Corso di Laurea in Ingegneria Informatica</a:t>
            </a:r>
            <a:endParaRPr lang="en-US" altLang="it-IT" sz="1200"/>
          </a:p>
        </p:txBody>
      </p:sp>
      <p:pic>
        <p:nvPicPr>
          <p:cNvPr id="28676" name="Immagine 1">
            <a:extLst>
              <a:ext uri="{FF2B5EF4-FFF2-40B4-BE49-F238E27FC236}">
                <a16:creationId xmlns:a16="http://schemas.microsoft.com/office/drawing/2014/main" id="{1660019E-F006-D312-1B33-D632B7273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2700" y="373063"/>
            <a:ext cx="846138"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2" descr="Java, logo, logos icon - Free download on Iconfinder">
            <a:extLst>
              <a:ext uri="{FF2B5EF4-FFF2-40B4-BE49-F238E27FC236}">
                <a16:creationId xmlns:a16="http://schemas.microsoft.com/office/drawing/2014/main" id="{32C3B0CB-6126-BF33-C402-5C51FC3B6D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788" y="4997450"/>
            <a:ext cx="16002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olo 1">
            <a:extLst>
              <a:ext uri="{FF2B5EF4-FFF2-40B4-BE49-F238E27FC236}">
                <a16:creationId xmlns:a16="http://schemas.microsoft.com/office/drawing/2014/main" id="{2ECE7334-27FC-2286-EE2A-9DFFC71A2CC8}"/>
              </a:ext>
            </a:extLst>
          </p:cNvPr>
          <p:cNvSpPr>
            <a:spLocks noGrp="1" noChangeArrowheads="1"/>
          </p:cNvSpPr>
          <p:nvPr>
            <p:ph type="title"/>
          </p:nvPr>
        </p:nvSpPr>
        <p:spPr>
          <a:xfrm>
            <a:off x="457200" y="-460375"/>
            <a:ext cx="7543800" cy="1295400"/>
          </a:xfrm>
        </p:spPr>
        <p:txBody>
          <a:bodyPr/>
          <a:lstStyle/>
          <a:p>
            <a:r>
              <a:rPr lang="it-IT" altLang="it-IT"/>
              <a:t>La superclasse Object</a:t>
            </a:r>
          </a:p>
        </p:txBody>
      </p:sp>
      <p:sp>
        <p:nvSpPr>
          <p:cNvPr id="30722" name="Segnaposto contenuto 2">
            <a:extLst>
              <a:ext uri="{FF2B5EF4-FFF2-40B4-BE49-F238E27FC236}">
                <a16:creationId xmlns:a16="http://schemas.microsoft.com/office/drawing/2014/main" id="{188A3E73-D84F-0C00-E657-965FEF8CCC5A}"/>
              </a:ext>
            </a:extLst>
          </p:cNvPr>
          <p:cNvSpPr>
            <a:spLocks noGrp="1" noChangeArrowheads="1"/>
          </p:cNvSpPr>
          <p:nvPr>
            <p:ph idx="1"/>
          </p:nvPr>
        </p:nvSpPr>
        <p:spPr>
          <a:xfrm>
            <a:off x="457200" y="1223963"/>
            <a:ext cx="8229600" cy="4410075"/>
          </a:xfrm>
        </p:spPr>
        <p:txBody>
          <a:bodyPr/>
          <a:lstStyle/>
          <a:p>
            <a:r>
              <a:rPr lang="it-IT" altLang="it-IT"/>
              <a:t>In Java tutte le classi ereditano esplicitamente o implicitamente dalla classe </a:t>
            </a:r>
            <a:r>
              <a:rPr lang="it-IT" altLang="it-IT">
                <a:solidFill>
                  <a:srgbClr val="FF0000"/>
                </a:solidFill>
              </a:rPr>
              <a:t>Object</a:t>
            </a:r>
            <a:r>
              <a:rPr lang="it-IT" altLang="it-IT"/>
              <a:t> (package java.lang)</a:t>
            </a:r>
          </a:p>
          <a:p>
            <a:r>
              <a:rPr lang="it-IT" altLang="it-IT"/>
              <a:t>La classe Object fornisce alcuni metodi di base </a:t>
            </a:r>
            <a:r>
              <a:rPr lang="it-IT" altLang="it-IT" b="1" i="1"/>
              <a:t>che sono quindi ereditati da tutte le classi</a:t>
            </a:r>
          </a:p>
          <a:p>
            <a:r>
              <a:rPr lang="it-IT" altLang="it-IT"/>
              <a:t>L'ereditarietà da Object fornisce una base comune per tutte le classi Java e offre funzionalità di base utili per la gestione degli oggetti </a:t>
            </a:r>
          </a:p>
          <a:p>
            <a:endParaRPr lang="it-IT" altLang="it-IT"/>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olo 1">
            <a:extLst>
              <a:ext uri="{FF2B5EF4-FFF2-40B4-BE49-F238E27FC236}">
                <a16:creationId xmlns:a16="http://schemas.microsoft.com/office/drawing/2014/main" id="{1772DC89-6FA5-5243-DD85-1976D7ACE731}"/>
              </a:ext>
            </a:extLst>
          </p:cNvPr>
          <p:cNvSpPr>
            <a:spLocks noGrp="1" noChangeArrowheads="1"/>
          </p:cNvSpPr>
          <p:nvPr>
            <p:ph type="title"/>
          </p:nvPr>
        </p:nvSpPr>
        <p:spPr>
          <a:xfrm>
            <a:off x="668338" y="-354013"/>
            <a:ext cx="7543800" cy="1295401"/>
          </a:xfrm>
        </p:spPr>
        <p:txBody>
          <a:bodyPr/>
          <a:lstStyle/>
          <a:p>
            <a:r>
              <a:rPr lang="it-IT" altLang="it-IT"/>
              <a:t>Metodi di Object</a:t>
            </a:r>
          </a:p>
        </p:txBody>
      </p:sp>
      <p:graphicFrame>
        <p:nvGraphicFramePr>
          <p:cNvPr id="4" name="Tabella 3">
            <a:extLst>
              <a:ext uri="{FF2B5EF4-FFF2-40B4-BE49-F238E27FC236}">
                <a16:creationId xmlns:a16="http://schemas.microsoft.com/office/drawing/2014/main" id="{664351AA-104F-9E74-0E62-86B1E53ADEEA}"/>
              </a:ext>
            </a:extLst>
          </p:cNvPr>
          <p:cNvGraphicFramePr>
            <a:graphicFrameLocks noGrp="1"/>
          </p:cNvGraphicFramePr>
          <p:nvPr/>
        </p:nvGraphicFramePr>
        <p:xfrm>
          <a:off x="706438" y="1077913"/>
          <a:ext cx="7505700" cy="5156199"/>
        </p:xfrm>
        <a:graphic>
          <a:graphicData uri="http://schemas.openxmlformats.org/drawingml/2006/table">
            <a:tbl>
              <a:tblPr firstRow="1" bandRow="1">
                <a:tableStyleId>{5C22544A-7EE6-4342-B048-85BDC9FD1C3A}</a:tableStyleId>
              </a:tblPr>
              <a:tblGrid>
                <a:gridCol w="1752594">
                  <a:extLst>
                    <a:ext uri="{9D8B030D-6E8A-4147-A177-3AD203B41FA5}">
                      <a16:colId xmlns:a16="http://schemas.microsoft.com/office/drawing/2014/main" val="20000"/>
                    </a:ext>
                  </a:extLst>
                </a:gridCol>
                <a:gridCol w="1752594">
                  <a:extLst>
                    <a:ext uri="{9D8B030D-6E8A-4147-A177-3AD203B41FA5}">
                      <a16:colId xmlns:a16="http://schemas.microsoft.com/office/drawing/2014/main" val="20001"/>
                    </a:ext>
                  </a:extLst>
                </a:gridCol>
                <a:gridCol w="4000512">
                  <a:extLst>
                    <a:ext uri="{9D8B030D-6E8A-4147-A177-3AD203B41FA5}">
                      <a16:colId xmlns:a16="http://schemas.microsoft.com/office/drawing/2014/main" val="20002"/>
                    </a:ext>
                  </a:extLst>
                </a:gridCol>
              </a:tblGrid>
              <a:tr h="370632">
                <a:tc>
                  <a:txBody>
                    <a:bodyPr/>
                    <a:lstStyle/>
                    <a:p>
                      <a:r>
                        <a:rPr lang="it-IT" sz="1600" dirty="0"/>
                        <a:t>Metodo</a:t>
                      </a:r>
                    </a:p>
                  </a:txBody>
                  <a:tcPr marT="45693" marB="45693"/>
                </a:tc>
                <a:tc>
                  <a:txBody>
                    <a:bodyPr/>
                    <a:lstStyle/>
                    <a:p>
                      <a:endParaRPr lang="it-IT" sz="1600" dirty="0"/>
                    </a:p>
                  </a:txBody>
                  <a:tcPr marT="45693" marB="45693"/>
                </a:tc>
                <a:tc>
                  <a:txBody>
                    <a:bodyPr/>
                    <a:lstStyle/>
                    <a:p>
                      <a:r>
                        <a:rPr lang="it-IT" sz="1600" dirty="0"/>
                        <a:t>Descrizione</a:t>
                      </a:r>
                    </a:p>
                  </a:txBody>
                  <a:tcPr marT="45693" marB="45693"/>
                </a:tc>
                <a:extLst>
                  <a:ext uri="{0D108BD9-81ED-4DB2-BD59-A6C34878D82A}">
                    <a16:rowId xmlns:a16="http://schemas.microsoft.com/office/drawing/2014/main" val="10000"/>
                  </a:ext>
                </a:extLst>
              </a:tr>
              <a:tr h="579135">
                <a:tc>
                  <a:txBody>
                    <a:bodyPr/>
                    <a:lstStyle/>
                    <a:p>
                      <a:r>
                        <a:rPr lang="it-IT" sz="1600" dirty="0" err="1"/>
                        <a:t>equals</a:t>
                      </a:r>
                      <a:endParaRPr lang="it-IT" sz="1600" dirty="0"/>
                    </a:p>
                  </a:txBody>
                  <a:tcPr marT="45693" marB="45693"/>
                </a:tc>
                <a:tc>
                  <a:txBody>
                    <a:bodyPr/>
                    <a:lstStyle/>
                    <a:p>
                      <a:r>
                        <a:rPr lang="it-IT" sz="1600" dirty="0"/>
                        <a:t>public</a:t>
                      </a:r>
                    </a:p>
                  </a:txBody>
                  <a:tcPr marT="45693" marB="45693"/>
                </a:tc>
                <a:tc>
                  <a:txBody>
                    <a:bodyPr/>
                    <a:lstStyle/>
                    <a:p>
                      <a:r>
                        <a:rPr lang="it-IT" sz="1600" b="0" i="0" kern="1200" dirty="0">
                          <a:solidFill>
                            <a:schemeClr val="dk1"/>
                          </a:solidFill>
                          <a:effectLst/>
                          <a:latin typeface="+mn-lt"/>
                          <a:ea typeface="+mn-ea"/>
                          <a:cs typeface="+mn-cs"/>
                        </a:rPr>
                        <a:t>Verifica se l'oggetto su cui è invocato è uguale a un altro oggetto specificato</a:t>
                      </a:r>
                      <a:endParaRPr lang="it-IT" sz="1600" dirty="0"/>
                    </a:p>
                  </a:txBody>
                  <a:tcPr marT="45693" marB="45693"/>
                </a:tc>
                <a:extLst>
                  <a:ext uri="{0D108BD9-81ED-4DB2-BD59-A6C34878D82A}">
                    <a16:rowId xmlns:a16="http://schemas.microsoft.com/office/drawing/2014/main" val="10001"/>
                  </a:ext>
                </a:extLst>
              </a:tr>
              <a:tr h="823009">
                <a:tc>
                  <a:txBody>
                    <a:bodyPr/>
                    <a:lstStyle/>
                    <a:p>
                      <a:r>
                        <a:rPr lang="it-IT" sz="1600" dirty="0" err="1"/>
                        <a:t>hashCode</a:t>
                      </a:r>
                      <a:endParaRPr lang="it-IT" sz="1600" dirty="0"/>
                    </a:p>
                  </a:txBody>
                  <a:tcPr marT="45693" marB="45693"/>
                </a:tc>
                <a:tc>
                  <a:txBody>
                    <a:bodyPr/>
                    <a:lstStyle/>
                    <a:p>
                      <a:r>
                        <a:rPr lang="it-IT" sz="1600" dirty="0"/>
                        <a:t>public</a:t>
                      </a:r>
                    </a:p>
                  </a:txBody>
                  <a:tcPr marT="45693" marB="45693"/>
                </a:tc>
                <a:tc>
                  <a:txBody>
                    <a:bodyPr/>
                    <a:lstStyle/>
                    <a:p>
                      <a:r>
                        <a:rPr lang="it-IT" sz="1600" b="0" i="0" kern="1200" dirty="0">
                          <a:solidFill>
                            <a:schemeClr val="dk1"/>
                          </a:solidFill>
                          <a:effectLst/>
                          <a:latin typeface="+mn-lt"/>
                          <a:ea typeface="+mn-ea"/>
                          <a:cs typeface="+mn-cs"/>
                        </a:rPr>
                        <a:t>Restituisce un valore hash dell'oggetto su cui è invocato, utile per l'utilizzo in strutture dati basate su hash.</a:t>
                      </a:r>
                      <a:endParaRPr lang="it-IT" sz="1600" dirty="0"/>
                    </a:p>
                  </a:txBody>
                  <a:tcPr marT="45693" marB="45693"/>
                </a:tc>
                <a:extLst>
                  <a:ext uri="{0D108BD9-81ED-4DB2-BD59-A6C34878D82A}">
                    <a16:rowId xmlns:a16="http://schemas.microsoft.com/office/drawing/2014/main" val="10002"/>
                  </a:ext>
                </a:extLst>
              </a:tr>
              <a:tr h="823009">
                <a:tc>
                  <a:txBody>
                    <a:bodyPr/>
                    <a:lstStyle/>
                    <a:p>
                      <a:r>
                        <a:rPr lang="it-IT" sz="1600" dirty="0" err="1"/>
                        <a:t>toString</a:t>
                      </a:r>
                      <a:endParaRPr lang="it-IT" sz="1600" dirty="0"/>
                    </a:p>
                  </a:txBody>
                  <a:tcPr marT="45693" marB="45693"/>
                </a:tc>
                <a:tc>
                  <a:txBody>
                    <a:bodyPr/>
                    <a:lstStyle/>
                    <a:p>
                      <a:r>
                        <a:rPr lang="it-IT" sz="1600" dirty="0"/>
                        <a:t>public</a:t>
                      </a:r>
                    </a:p>
                  </a:txBody>
                  <a:tcPr marT="45693" marB="45693"/>
                </a:tc>
                <a:tc>
                  <a:txBody>
                    <a:bodyPr/>
                    <a:lstStyle/>
                    <a:p>
                      <a:r>
                        <a:rPr lang="it-IT" sz="1600" b="0" i="0" kern="1200" dirty="0">
                          <a:solidFill>
                            <a:schemeClr val="dk1"/>
                          </a:solidFill>
                          <a:effectLst/>
                          <a:latin typeface="+mn-lt"/>
                          <a:ea typeface="+mn-ea"/>
                          <a:cs typeface="+mn-cs"/>
                        </a:rPr>
                        <a:t>Restituisce una rappresentazione sotto forma di stringa dell'oggetto su cui è invocato</a:t>
                      </a:r>
                      <a:endParaRPr lang="it-IT" sz="1600" dirty="0"/>
                    </a:p>
                  </a:txBody>
                  <a:tcPr marT="45693" marB="45693"/>
                </a:tc>
                <a:extLst>
                  <a:ext uri="{0D108BD9-81ED-4DB2-BD59-A6C34878D82A}">
                    <a16:rowId xmlns:a16="http://schemas.microsoft.com/office/drawing/2014/main" val="10003"/>
                  </a:ext>
                </a:extLst>
              </a:tr>
              <a:tr h="579135">
                <a:tc>
                  <a:txBody>
                    <a:bodyPr/>
                    <a:lstStyle/>
                    <a:p>
                      <a:r>
                        <a:rPr lang="it-IT" sz="1600" dirty="0" err="1"/>
                        <a:t>wait</a:t>
                      </a:r>
                      <a:r>
                        <a:rPr lang="it-IT" sz="1600" dirty="0"/>
                        <a:t>, </a:t>
                      </a:r>
                      <a:r>
                        <a:rPr lang="it-IT" sz="1600" dirty="0" err="1"/>
                        <a:t>notify</a:t>
                      </a:r>
                      <a:r>
                        <a:rPr lang="it-IT" sz="1600" dirty="0"/>
                        <a:t>, </a:t>
                      </a:r>
                      <a:r>
                        <a:rPr lang="it-IT" sz="1600" dirty="0" err="1"/>
                        <a:t>notifyAll</a:t>
                      </a:r>
                      <a:endParaRPr lang="it-IT" sz="1600" dirty="0"/>
                    </a:p>
                  </a:txBody>
                  <a:tcPr marT="45693" marB="45693"/>
                </a:tc>
                <a:tc>
                  <a:txBody>
                    <a:bodyPr/>
                    <a:lstStyle/>
                    <a:p>
                      <a:r>
                        <a:rPr lang="it-IT" sz="1600" dirty="0"/>
                        <a:t>public</a:t>
                      </a:r>
                      <a:br>
                        <a:rPr lang="it-IT" sz="1600" dirty="0"/>
                      </a:br>
                      <a:r>
                        <a:rPr lang="it-IT" sz="1600" dirty="0" err="1"/>
                        <a:t>final</a:t>
                      </a:r>
                      <a:endParaRPr lang="it-IT" sz="1600" dirty="0"/>
                    </a:p>
                  </a:txBody>
                  <a:tcPr marT="45693" marB="45693"/>
                </a:tc>
                <a:tc>
                  <a:txBody>
                    <a:bodyPr/>
                    <a:lstStyle/>
                    <a:p>
                      <a:r>
                        <a:rPr lang="it-IT" sz="1600" dirty="0"/>
                        <a:t>Relativi al multithreading (concorrenza)</a:t>
                      </a:r>
                    </a:p>
                  </a:txBody>
                  <a:tcPr marT="45693" marB="45693"/>
                </a:tc>
                <a:extLst>
                  <a:ext uri="{0D108BD9-81ED-4DB2-BD59-A6C34878D82A}">
                    <a16:rowId xmlns:a16="http://schemas.microsoft.com/office/drawing/2014/main" val="10004"/>
                  </a:ext>
                </a:extLst>
              </a:tr>
              <a:tr h="823009">
                <a:tc>
                  <a:txBody>
                    <a:bodyPr/>
                    <a:lstStyle/>
                    <a:p>
                      <a:r>
                        <a:rPr lang="it-IT" sz="1600" dirty="0" err="1"/>
                        <a:t>getClass</a:t>
                      </a:r>
                      <a:endParaRPr lang="it-IT" sz="1600" dirty="0"/>
                    </a:p>
                  </a:txBody>
                  <a:tcPr marT="45693" marB="45693"/>
                </a:tc>
                <a:tc>
                  <a:txBody>
                    <a:bodyPr/>
                    <a:lstStyle/>
                    <a:p>
                      <a:r>
                        <a:rPr lang="it-IT" sz="1600" dirty="0"/>
                        <a:t>public</a:t>
                      </a:r>
                      <a:br>
                        <a:rPr lang="it-IT" sz="1600" dirty="0"/>
                      </a:br>
                      <a:r>
                        <a:rPr lang="it-IT" sz="1600" dirty="0" err="1"/>
                        <a:t>final</a:t>
                      </a:r>
                      <a:endParaRPr lang="it-IT" sz="1600" dirty="0"/>
                    </a:p>
                  </a:txBody>
                  <a:tcPr marT="45693" marB="45693"/>
                </a:tc>
                <a:tc>
                  <a:txBody>
                    <a:bodyPr/>
                    <a:lstStyle/>
                    <a:p>
                      <a:r>
                        <a:rPr lang="it-IT" sz="1600" b="0" i="0" kern="1200" dirty="0">
                          <a:solidFill>
                            <a:schemeClr val="dk1"/>
                          </a:solidFill>
                          <a:effectLst/>
                          <a:latin typeface="+mn-lt"/>
                          <a:ea typeface="+mn-ea"/>
                          <a:cs typeface="+mn-cs"/>
                        </a:rPr>
                        <a:t>Restituisce l'oggetto </a:t>
                      </a:r>
                      <a:r>
                        <a:rPr lang="it-IT" sz="1600" dirty="0"/>
                        <a:t>Class</a:t>
                      </a:r>
                      <a:r>
                        <a:rPr lang="it-IT" sz="1600" b="0" i="0" kern="1200" dirty="0">
                          <a:solidFill>
                            <a:schemeClr val="dk1"/>
                          </a:solidFill>
                          <a:effectLst/>
                          <a:latin typeface="+mn-lt"/>
                          <a:ea typeface="+mn-ea"/>
                          <a:cs typeface="+mn-cs"/>
                        </a:rPr>
                        <a:t> (</a:t>
                      </a:r>
                      <a:r>
                        <a:rPr lang="it-IT" sz="1600" b="0" i="0" kern="1200" dirty="0" err="1">
                          <a:solidFill>
                            <a:schemeClr val="dk1"/>
                          </a:solidFill>
                          <a:effectLst/>
                          <a:latin typeface="+mn-lt"/>
                          <a:ea typeface="+mn-ea"/>
                          <a:cs typeface="+mn-cs"/>
                        </a:rPr>
                        <a:t>java.lang</a:t>
                      </a:r>
                      <a:r>
                        <a:rPr lang="it-IT" sz="1600" b="0" i="0" kern="1200" dirty="0">
                          <a:solidFill>
                            <a:schemeClr val="dk1"/>
                          </a:solidFill>
                          <a:effectLst/>
                          <a:latin typeface="+mn-lt"/>
                          <a:ea typeface="+mn-ea"/>
                          <a:cs typeface="+mn-cs"/>
                        </a:rPr>
                        <a:t>) che contiene informazioni sul tipo dell'oggetto su cui è invocato</a:t>
                      </a:r>
                      <a:endParaRPr lang="it-IT" sz="1600" dirty="0"/>
                    </a:p>
                  </a:txBody>
                  <a:tcPr marT="45693" marB="45693"/>
                </a:tc>
                <a:extLst>
                  <a:ext uri="{0D108BD9-81ED-4DB2-BD59-A6C34878D82A}">
                    <a16:rowId xmlns:a16="http://schemas.microsoft.com/office/drawing/2014/main" val="10005"/>
                  </a:ext>
                </a:extLst>
              </a:tr>
              <a:tr h="579135">
                <a:tc>
                  <a:txBody>
                    <a:bodyPr/>
                    <a:lstStyle/>
                    <a:p>
                      <a:r>
                        <a:rPr lang="it-IT" sz="1600" dirty="0" err="1"/>
                        <a:t>finalize</a:t>
                      </a:r>
                      <a:endParaRPr lang="it-IT" sz="1600" dirty="0"/>
                    </a:p>
                  </a:txBody>
                  <a:tcPr marT="45693" marB="45693"/>
                </a:tc>
                <a:tc>
                  <a:txBody>
                    <a:bodyPr/>
                    <a:lstStyle/>
                    <a:p>
                      <a:r>
                        <a:rPr lang="it-IT" sz="1600" dirty="0" err="1"/>
                        <a:t>protected</a:t>
                      </a:r>
                      <a:endParaRPr lang="it-IT" sz="1600" dirty="0"/>
                    </a:p>
                  </a:txBody>
                  <a:tcPr marT="45693" marB="45693"/>
                </a:tc>
                <a:tc>
                  <a:txBody>
                    <a:bodyPr/>
                    <a:lstStyle/>
                    <a:p>
                      <a:r>
                        <a:rPr lang="it-IT" sz="1600" b="0" i="0" kern="1200" dirty="0">
                          <a:solidFill>
                            <a:schemeClr val="dk1"/>
                          </a:solidFill>
                          <a:effectLst/>
                          <a:latin typeface="+mn-lt"/>
                          <a:ea typeface="+mn-ea"/>
                          <a:cs typeface="+mn-cs"/>
                        </a:rPr>
                        <a:t>Viene chiamato dal </a:t>
                      </a:r>
                      <a:r>
                        <a:rPr lang="it-IT" sz="1600" b="0" i="0" kern="1200" dirty="0" err="1">
                          <a:solidFill>
                            <a:schemeClr val="dk1"/>
                          </a:solidFill>
                          <a:effectLst/>
                          <a:latin typeface="+mn-lt"/>
                          <a:ea typeface="+mn-ea"/>
                          <a:cs typeface="+mn-cs"/>
                        </a:rPr>
                        <a:t>garbage</a:t>
                      </a:r>
                      <a:r>
                        <a:rPr lang="it-IT" sz="1600" b="0" i="0" kern="1200" dirty="0">
                          <a:solidFill>
                            <a:schemeClr val="dk1"/>
                          </a:solidFill>
                          <a:effectLst/>
                          <a:latin typeface="+mn-lt"/>
                          <a:ea typeface="+mn-ea"/>
                          <a:cs typeface="+mn-cs"/>
                        </a:rPr>
                        <a:t> </a:t>
                      </a:r>
                      <a:r>
                        <a:rPr lang="it-IT" sz="1600" b="0" i="0" kern="1200" dirty="0" err="1">
                          <a:solidFill>
                            <a:schemeClr val="dk1"/>
                          </a:solidFill>
                          <a:effectLst/>
                          <a:latin typeface="+mn-lt"/>
                          <a:ea typeface="+mn-ea"/>
                          <a:cs typeface="+mn-cs"/>
                        </a:rPr>
                        <a:t>collector</a:t>
                      </a:r>
                      <a:r>
                        <a:rPr lang="it-IT" sz="1600" b="0" i="0" kern="1200" dirty="0">
                          <a:solidFill>
                            <a:schemeClr val="dk1"/>
                          </a:solidFill>
                          <a:effectLst/>
                          <a:latin typeface="+mn-lt"/>
                          <a:ea typeface="+mn-ea"/>
                          <a:cs typeface="+mn-cs"/>
                        </a:rPr>
                        <a:t> prima di eliminare l'oggetto</a:t>
                      </a:r>
                      <a:endParaRPr lang="it-IT" sz="1600" dirty="0"/>
                    </a:p>
                  </a:txBody>
                  <a:tcPr marT="45693" marB="45693"/>
                </a:tc>
                <a:extLst>
                  <a:ext uri="{0D108BD9-81ED-4DB2-BD59-A6C34878D82A}">
                    <a16:rowId xmlns:a16="http://schemas.microsoft.com/office/drawing/2014/main" val="10006"/>
                  </a:ext>
                </a:extLst>
              </a:tr>
              <a:tr h="579135">
                <a:tc>
                  <a:txBody>
                    <a:bodyPr/>
                    <a:lstStyle/>
                    <a:p>
                      <a:r>
                        <a:rPr lang="it-IT" sz="1600" dirty="0"/>
                        <a:t>clone</a:t>
                      </a:r>
                    </a:p>
                  </a:txBody>
                  <a:tcPr marT="45693" marB="45693"/>
                </a:tc>
                <a:tc>
                  <a:txBody>
                    <a:bodyPr/>
                    <a:lstStyle/>
                    <a:p>
                      <a:r>
                        <a:rPr lang="it-IT" sz="1600" dirty="0" err="1"/>
                        <a:t>protected</a:t>
                      </a:r>
                      <a:endParaRPr lang="it-IT" sz="1600" dirty="0"/>
                    </a:p>
                  </a:txBody>
                  <a:tcPr marT="45693" marB="45693"/>
                </a:tc>
                <a:tc>
                  <a:txBody>
                    <a:bodyPr/>
                    <a:lstStyle/>
                    <a:p>
                      <a:r>
                        <a:rPr lang="it-IT" sz="1600" dirty="0"/>
                        <a:t>Serve a creare una copia superficiale («</a:t>
                      </a:r>
                      <a:r>
                        <a:rPr lang="it-IT" sz="1600" dirty="0" err="1"/>
                        <a:t>shallow</a:t>
                      </a:r>
                      <a:r>
                        <a:rPr lang="it-IT" sz="1600" dirty="0"/>
                        <a:t>») dell’oggetto su cui è invocato</a:t>
                      </a:r>
                    </a:p>
                  </a:txBody>
                  <a:tcPr marT="45693" marB="45693"/>
                </a:tc>
                <a:extLst>
                  <a:ext uri="{0D108BD9-81ED-4DB2-BD59-A6C34878D82A}">
                    <a16:rowId xmlns:a16="http://schemas.microsoft.com/office/drawing/2014/main" val="10007"/>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olo 1">
            <a:extLst>
              <a:ext uri="{FF2B5EF4-FFF2-40B4-BE49-F238E27FC236}">
                <a16:creationId xmlns:a16="http://schemas.microsoft.com/office/drawing/2014/main" id="{83424321-D562-49A9-AB0C-D7F9163E58AC}"/>
              </a:ext>
            </a:extLst>
          </p:cNvPr>
          <p:cNvSpPr>
            <a:spLocks noGrp="1" noChangeArrowheads="1"/>
          </p:cNvSpPr>
          <p:nvPr>
            <p:ph type="title"/>
          </p:nvPr>
        </p:nvSpPr>
        <p:spPr>
          <a:xfrm>
            <a:off x="338138" y="-398463"/>
            <a:ext cx="7543800" cy="1295401"/>
          </a:xfrm>
        </p:spPr>
        <p:txBody>
          <a:bodyPr/>
          <a:lstStyle/>
          <a:p>
            <a:r>
              <a:rPr lang="it-IT" altLang="it-IT"/>
              <a:t>getClass</a:t>
            </a:r>
          </a:p>
        </p:txBody>
      </p:sp>
      <p:sp>
        <p:nvSpPr>
          <p:cNvPr id="32770" name="Segnaposto contenuto 2">
            <a:extLst>
              <a:ext uri="{FF2B5EF4-FFF2-40B4-BE49-F238E27FC236}">
                <a16:creationId xmlns:a16="http://schemas.microsoft.com/office/drawing/2014/main" id="{134C3590-A3F0-5821-1D60-636DE38B9AB1}"/>
              </a:ext>
            </a:extLst>
          </p:cNvPr>
          <p:cNvSpPr>
            <a:spLocks noGrp="1" noChangeArrowheads="1"/>
          </p:cNvSpPr>
          <p:nvPr>
            <p:ph idx="1"/>
          </p:nvPr>
        </p:nvSpPr>
        <p:spPr>
          <a:xfrm>
            <a:off x="457200" y="2197100"/>
            <a:ext cx="8229600" cy="4411663"/>
          </a:xfrm>
        </p:spPr>
        <p:txBody>
          <a:bodyPr/>
          <a:lstStyle/>
          <a:p>
            <a:r>
              <a:rPr lang="it-IT" altLang="it-IT" sz="2400" i="1">
                <a:latin typeface="Helvetica" pitchFamily="2" charset="0"/>
              </a:rPr>
              <a:t>Durante l’esecuzione ogni oggetto Java conosce il proprio tipo</a:t>
            </a:r>
            <a:endParaRPr lang="it-IT" altLang="it-IT" sz="2400">
              <a:latin typeface="Helvetica" pitchFamily="2" charset="0"/>
            </a:endParaRPr>
          </a:p>
          <a:p>
            <a:r>
              <a:rPr lang="it-IT" altLang="it-IT" sz="2400" i="1">
                <a:latin typeface="Helvetica" pitchFamily="2" charset="0"/>
              </a:rPr>
              <a:t>Ritorna un riferimento ad </a:t>
            </a:r>
            <a:r>
              <a:rPr lang="it-IT" altLang="it-IT" sz="2400" b="1" i="1">
                <a:latin typeface="Helvetica" pitchFamily="2" charset="0"/>
              </a:rPr>
              <a:t>un oggetto Class </a:t>
            </a:r>
            <a:r>
              <a:rPr lang="it-IT" altLang="it-IT" sz="2400" i="1">
                <a:latin typeface="Helvetica" pitchFamily="2" charset="0"/>
              </a:rPr>
              <a:t>che contiene informazioni sul tipo dell’oggetto, una rappresentazione a runtime della classe dell’oggetto</a:t>
            </a:r>
          </a:p>
          <a:p>
            <a:r>
              <a:rPr lang="it-IT" altLang="it-IT" sz="2400" i="1">
                <a:latin typeface="Helvetica" pitchFamily="2" charset="0"/>
              </a:rPr>
              <a:t>Un oggetto di classe Class fornisce informazioni sulla classe tra cui: </a:t>
            </a:r>
          </a:p>
          <a:p>
            <a:pPr lvl="1"/>
            <a:r>
              <a:rPr lang="it-IT" altLang="it-IT" sz="2400" i="1">
                <a:latin typeface="Helvetica" pitchFamily="2" charset="0"/>
              </a:rPr>
              <a:t>il nome della classe </a:t>
            </a:r>
          </a:p>
          <a:p>
            <a:pPr lvl="1"/>
            <a:r>
              <a:rPr lang="it-IT" altLang="it-IT" sz="2400" i="1">
                <a:latin typeface="Helvetica" pitchFamily="2" charset="0"/>
              </a:rPr>
              <a:t>il nome della superclasse </a:t>
            </a:r>
          </a:p>
          <a:p>
            <a:pPr lvl="1"/>
            <a:r>
              <a:rPr lang="it-IT" altLang="it-IT" sz="2400" i="1">
                <a:latin typeface="Helvetica" pitchFamily="2" charset="0"/>
              </a:rPr>
              <a:t> i nomi delle interfacce che la classe implementa</a:t>
            </a:r>
          </a:p>
          <a:p>
            <a:endParaRPr lang="it-IT" altLang="it-IT"/>
          </a:p>
        </p:txBody>
      </p:sp>
      <p:sp>
        <p:nvSpPr>
          <p:cNvPr id="2" name="CasellaDiTesto 1">
            <a:extLst>
              <a:ext uri="{FF2B5EF4-FFF2-40B4-BE49-F238E27FC236}">
                <a16:creationId xmlns:a16="http://schemas.microsoft.com/office/drawing/2014/main" id="{BD92FABE-67D1-0630-5C8E-1271BEA53AA9}"/>
              </a:ext>
            </a:extLst>
          </p:cNvPr>
          <p:cNvSpPr txBox="1"/>
          <p:nvPr/>
        </p:nvSpPr>
        <p:spPr>
          <a:xfrm>
            <a:off x="2073275" y="1265238"/>
            <a:ext cx="4589463" cy="584200"/>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it-IT" sz="3200" b="1" dirty="0"/>
              <a:t>public</a:t>
            </a:r>
            <a:r>
              <a:rPr lang="it-IT" sz="2400" b="1" dirty="0"/>
              <a:t> </a:t>
            </a:r>
            <a:r>
              <a:rPr lang="it-IT" sz="2400" b="1" dirty="0" err="1"/>
              <a:t>final</a:t>
            </a:r>
            <a:r>
              <a:rPr lang="it-IT" sz="2400" b="1" dirty="0"/>
              <a:t> Class </a:t>
            </a:r>
            <a:r>
              <a:rPr lang="it-IT" sz="2400" b="1" dirty="0" err="1"/>
              <a:t>getClass</a:t>
            </a:r>
            <a:r>
              <a:rPr lang="it-IT" sz="2400" b="1" dirty="0"/>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olo 1">
            <a:extLst>
              <a:ext uri="{FF2B5EF4-FFF2-40B4-BE49-F238E27FC236}">
                <a16:creationId xmlns:a16="http://schemas.microsoft.com/office/drawing/2014/main" id="{42ED8FDC-0A05-C151-D2AC-8896F0D7479B}"/>
              </a:ext>
            </a:extLst>
          </p:cNvPr>
          <p:cNvSpPr>
            <a:spLocks noGrp="1" noChangeArrowheads="1"/>
          </p:cNvSpPr>
          <p:nvPr>
            <p:ph type="title"/>
          </p:nvPr>
        </p:nvSpPr>
        <p:spPr>
          <a:xfrm>
            <a:off x="457200" y="-365125"/>
            <a:ext cx="7543800" cy="1295400"/>
          </a:xfrm>
        </p:spPr>
        <p:txBody>
          <a:bodyPr/>
          <a:lstStyle/>
          <a:p>
            <a:r>
              <a:rPr lang="it-IT" altLang="it-IT"/>
              <a:t>getClass</a:t>
            </a:r>
          </a:p>
        </p:txBody>
      </p:sp>
      <p:sp>
        <p:nvSpPr>
          <p:cNvPr id="52226" name="Segnaposto contenuto 3">
            <a:extLst>
              <a:ext uri="{FF2B5EF4-FFF2-40B4-BE49-F238E27FC236}">
                <a16:creationId xmlns:a16="http://schemas.microsoft.com/office/drawing/2014/main" id="{DEB73C8C-E8D4-1C53-C5CB-CAFB406BA481}"/>
              </a:ext>
            </a:extLst>
          </p:cNvPr>
          <p:cNvSpPr>
            <a:spLocks noGrp="1"/>
          </p:cNvSpPr>
          <p:nvPr>
            <p:ph sz="half" idx="1"/>
          </p:nvPr>
        </p:nvSpPr>
        <p:spPr>
          <a:xfrm>
            <a:off x="457200" y="1162050"/>
            <a:ext cx="8472488" cy="3084273"/>
          </a:xfrm>
          <a:ln w="19050">
            <a:solidFill>
              <a:srgbClr val="FF0000"/>
            </a:solidFill>
            <a:miter lim="800000"/>
            <a:headEnd/>
            <a:tailEnd/>
          </a:ln>
        </p:spPr>
        <p:txBody>
          <a:bodyPr>
            <a:normAutofit fontScale="92500" lnSpcReduction="10000"/>
          </a:bodyPr>
          <a:lstStyle/>
          <a:p>
            <a:r>
              <a:rPr lang="it-IT" altLang="it-IT" sz="2000" b="1" dirty="0" err="1"/>
              <a:t>System.out.println</a:t>
            </a:r>
            <a:r>
              <a:rPr lang="it-IT" altLang="it-IT" sz="2000" b="1" dirty="0"/>
              <a:t>(</a:t>
            </a:r>
            <a:r>
              <a:rPr lang="it-IT" altLang="it-IT" sz="2000" b="1" dirty="0" err="1"/>
              <a:t>p.getClass</a:t>
            </a:r>
            <a:r>
              <a:rPr lang="it-IT" altLang="it-IT" sz="2000" b="1" dirty="0"/>
              <a:t>());</a:t>
            </a:r>
          </a:p>
          <a:p>
            <a:r>
              <a:rPr lang="it-IT" altLang="it-IT" sz="2000" b="1" dirty="0" err="1"/>
              <a:t>System.out.println</a:t>
            </a:r>
            <a:r>
              <a:rPr lang="it-IT" altLang="it-IT" sz="2000" b="1" dirty="0"/>
              <a:t>(</a:t>
            </a:r>
            <a:r>
              <a:rPr lang="it-IT" altLang="it-IT" sz="2000" b="1" dirty="0" err="1"/>
              <a:t>pA.getClass</a:t>
            </a:r>
            <a:r>
              <a:rPr lang="it-IT" altLang="it-IT" sz="2000" b="1" dirty="0"/>
              <a:t>());</a:t>
            </a:r>
          </a:p>
          <a:p>
            <a:r>
              <a:rPr lang="it-IT" altLang="it-IT" sz="2000" b="1" dirty="0" err="1"/>
              <a:t>System.out.println</a:t>
            </a:r>
            <a:r>
              <a:rPr lang="it-IT" altLang="it-IT" sz="2000" b="1" dirty="0"/>
              <a:t>(</a:t>
            </a:r>
            <a:r>
              <a:rPr lang="it-IT" altLang="it-IT" sz="2000" b="1" dirty="0" err="1"/>
              <a:t>pA.getClass</a:t>
            </a:r>
            <a:r>
              <a:rPr lang="it-IT" altLang="it-IT" sz="2000" b="1" dirty="0"/>
              <a:t>().</a:t>
            </a:r>
            <a:r>
              <a:rPr lang="it-IT" altLang="it-IT" sz="2000" b="1" dirty="0" err="1"/>
              <a:t>getSuperclass</a:t>
            </a:r>
            <a:r>
              <a:rPr lang="it-IT" altLang="it-IT" sz="2000" b="1" dirty="0"/>
              <a:t>());</a:t>
            </a:r>
          </a:p>
          <a:p>
            <a:r>
              <a:rPr lang="it-IT" altLang="it-IT" sz="2000" dirty="0" err="1"/>
              <a:t>StringBuilder</a:t>
            </a:r>
            <a:r>
              <a:rPr lang="it-IT" altLang="it-IT" sz="2000" dirty="0"/>
              <a:t> </a:t>
            </a:r>
            <a:r>
              <a:rPr lang="it-IT" altLang="it-IT" sz="2000" dirty="0" err="1"/>
              <a:t>sb</a:t>
            </a:r>
            <a:r>
              <a:rPr lang="it-IT" altLang="it-IT" sz="2000" dirty="0"/>
              <a:t> = new </a:t>
            </a:r>
            <a:r>
              <a:rPr lang="it-IT" altLang="it-IT" sz="2000" dirty="0" err="1"/>
              <a:t>StringBuilder</a:t>
            </a:r>
            <a:r>
              <a:rPr lang="it-IT" altLang="it-IT" sz="2000" dirty="0"/>
              <a:t>("stringa");</a:t>
            </a:r>
          </a:p>
          <a:p>
            <a:r>
              <a:rPr lang="it-IT" altLang="it-IT" sz="2000" b="1" dirty="0" err="1"/>
              <a:t>System.out.println</a:t>
            </a:r>
            <a:r>
              <a:rPr lang="it-IT" altLang="it-IT" sz="2000" b="1" dirty="0"/>
              <a:t>(</a:t>
            </a:r>
            <a:r>
              <a:rPr lang="it-IT" altLang="it-IT" sz="2000" b="1" dirty="0" err="1"/>
              <a:t>sb.getClass</a:t>
            </a:r>
            <a:r>
              <a:rPr lang="it-IT" altLang="it-IT" sz="2000" b="1" dirty="0"/>
              <a:t>());</a:t>
            </a:r>
          </a:p>
          <a:p>
            <a:r>
              <a:rPr lang="it-IT" altLang="it-IT" sz="2000" dirty="0" err="1"/>
              <a:t>Integer</a:t>
            </a:r>
            <a:r>
              <a:rPr lang="it-IT" altLang="it-IT" sz="2000" dirty="0"/>
              <a:t> i = 100;</a:t>
            </a:r>
          </a:p>
          <a:p>
            <a:r>
              <a:rPr lang="it-IT" altLang="it-IT" sz="2000" b="1" dirty="0" err="1"/>
              <a:t>System.out.println</a:t>
            </a:r>
            <a:r>
              <a:rPr lang="it-IT" altLang="it-IT" sz="2000" b="1" dirty="0"/>
              <a:t>(</a:t>
            </a:r>
            <a:r>
              <a:rPr lang="it-IT" altLang="it-IT" sz="2000" b="1" dirty="0" err="1"/>
              <a:t>i.getClass</a:t>
            </a:r>
            <a:r>
              <a:rPr lang="it-IT" altLang="it-IT" sz="2000" b="1" dirty="0"/>
              <a:t>());</a:t>
            </a:r>
          </a:p>
          <a:p>
            <a:r>
              <a:rPr lang="it-IT" altLang="it-IT" sz="2000" dirty="0"/>
              <a:t>float array[] = new float[10];</a:t>
            </a:r>
          </a:p>
          <a:p>
            <a:r>
              <a:rPr lang="it-IT" altLang="it-IT" sz="2000" b="1" dirty="0" err="1"/>
              <a:t>System.out.println</a:t>
            </a:r>
            <a:r>
              <a:rPr lang="it-IT" altLang="it-IT" sz="2000" b="1" dirty="0"/>
              <a:t>(</a:t>
            </a:r>
            <a:r>
              <a:rPr lang="it-IT" altLang="it-IT" sz="2000" b="1" dirty="0" err="1"/>
              <a:t>array.getClass</a:t>
            </a:r>
            <a:r>
              <a:rPr lang="it-IT" altLang="it-IT" sz="2000" b="1" dirty="0"/>
              <a:t>());</a:t>
            </a:r>
          </a:p>
        </p:txBody>
      </p:sp>
      <p:sp>
        <p:nvSpPr>
          <p:cNvPr id="52227" name="Segnaposto contenuto 4">
            <a:extLst>
              <a:ext uri="{FF2B5EF4-FFF2-40B4-BE49-F238E27FC236}">
                <a16:creationId xmlns:a16="http://schemas.microsoft.com/office/drawing/2014/main" id="{E5F8EE31-386E-A590-38C3-268F87A080C0}"/>
              </a:ext>
            </a:extLst>
          </p:cNvPr>
          <p:cNvSpPr>
            <a:spLocks noGrp="1"/>
          </p:cNvSpPr>
          <p:nvPr>
            <p:ph sz="half" idx="2"/>
          </p:nvPr>
        </p:nvSpPr>
        <p:spPr>
          <a:xfrm>
            <a:off x="457200" y="4685506"/>
            <a:ext cx="8472488" cy="2020888"/>
          </a:xfrm>
          <a:ln w="12700">
            <a:solidFill>
              <a:srgbClr val="00B050"/>
            </a:solidFill>
            <a:miter lim="800000"/>
            <a:headEnd/>
            <a:tailEnd/>
          </a:ln>
        </p:spPr>
        <p:txBody>
          <a:bodyPr>
            <a:normAutofit fontScale="92500" lnSpcReduction="10000"/>
          </a:bodyPr>
          <a:lstStyle/>
          <a:p>
            <a:r>
              <a:rPr lang="it-IT" altLang="it-IT" sz="2000" dirty="0"/>
              <a:t>class Prodotto</a:t>
            </a:r>
          </a:p>
          <a:p>
            <a:r>
              <a:rPr lang="it-IT" altLang="it-IT" sz="2000" dirty="0"/>
              <a:t>class </a:t>
            </a:r>
            <a:r>
              <a:rPr lang="it-IT" altLang="it-IT" sz="2000" dirty="0" err="1"/>
              <a:t>ProdottoAlimentare</a:t>
            </a:r>
            <a:endParaRPr lang="it-IT" altLang="it-IT" sz="2000" dirty="0"/>
          </a:p>
          <a:p>
            <a:r>
              <a:rPr lang="it-IT" altLang="it-IT" sz="2000" dirty="0"/>
              <a:t>Class Prodotto</a:t>
            </a:r>
          </a:p>
          <a:p>
            <a:r>
              <a:rPr lang="it-IT" altLang="it-IT" sz="2000" dirty="0"/>
              <a:t>class </a:t>
            </a:r>
            <a:r>
              <a:rPr lang="it-IT" altLang="it-IT" sz="2000" dirty="0" err="1"/>
              <a:t>java.lang.StringBuilder</a:t>
            </a:r>
            <a:endParaRPr lang="it-IT" altLang="it-IT" sz="2000" dirty="0"/>
          </a:p>
          <a:p>
            <a:r>
              <a:rPr lang="it-IT" altLang="it-IT" sz="2000" dirty="0"/>
              <a:t>class </a:t>
            </a:r>
            <a:r>
              <a:rPr lang="it-IT" altLang="it-IT" sz="2000" dirty="0" err="1"/>
              <a:t>java.lang.Integer</a:t>
            </a:r>
            <a:endParaRPr lang="it-IT" altLang="it-IT" sz="2000" dirty="0"/>
          </a:p>
          <a:p>
            <a:r>
              <a:rPr lang="it-IT" altLang="it-IT" sz="2000" dirty="0"/>
              <a:t>class [</a:t>
            </a:r>
            <a:r>
              <a:rPr lang="it-IT" altLang="it-IT" sz="2000" dirty="0" err="1"/>
              <a:t>F</a:t>
            </a:r>
            <a:endParaRPr lang="it-IT" altLang="it-IT"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olo 1">
            <a:extLst>
              <a:ext uri="{FF2B5EF4-FFF2-40B4-BE49-F238E27FC236}">
                <a16:creationId xmlns:a16="http://schemas.microsoft.com/office/drawing/2014/main" id="{C4823812-BE1F-57B6-ECF5-915F9B00A5D0}"/>
              </a:ext>
            </a:extLst>
          </p:cNvPr>
          <p:cNvSpPr>
            <a:spLocks noGrp="1" noChangeArrowheads="1"/>
          </p:cNvSpPr>
          <p:nvPr>
            <p:ph type="title"/>
          </p:nvPr>
        </p:nvSpPr>
        <p:spPr>
          <a:xfrm>
            <a:off x="457200" y="-209550"/>
            <a:ext cx="7543800" cy="1295400"/>
          </a:xfrm>
        </p:spPr>
        <p:txBody>
          <a:bodyPr/>
          <a:lstStyle/>
          <a:p>
            <a:r>
              <a:rPr lang="it-IT" altLang="it-IT"/>
              <a:t>toString</a:t>
            </a:r>
          </a:p>
        </p:txBody>
      </p:sp>
      <p:sp>
        <p:nvSpPr>
          <p:cNvPr id="54274" name="Segnaposto contenuto 2">
            <a:extLst>
              <a:ext uri="{FF2B5EF4-FFF2-40B4-BE49-F238E27FC236}">
                <a16:creationId xmlns:a16="http://schemas.microsoft.com/office/drawing/2014/main" id="{188A0D27-8AC9-0341-F903-197EA762D031}"/>
              </a:ext>
            </a:extLst>
          </p:cNvPr>
          <p:cNvSpPr>
            <a:spLocks noGrp="1" noChangeArrowheads="1"/>
          </p:cNvSpPr>
          <p:nvPr>
            <p:ph idx="1"/>
          </p:nvPr>
        </p:nvSpPr>
        <p:spPr>
          <a:xfrm>
            <a:off x="457200" y="2163763"/>
            <a:ext cx="8229600" cy="3563937"/>
          </a:xfrm>
        </p:spPr>
        <p:txBody>
          <a:bodyPr/>
          <a:lstStyle/>
          <a:p>
            <a:r>
              <a:rPr lang="it-IT" altLang="it-IT" sz="2800"/>
              <a:t>Ritorna una rappresentazione testuale dell’oggetto</a:t>
            </a:r>
          </a:p>
          <a:p>
            <a:r>
              <a:rPr lang="it-IT" altLang="it-IT" sz="2800"/>
              <a:t>Il metodo toString viene invocato automaticamente ogni volta che è necessaria una conversione in forma di stringa</a:t>
            </a:r>
          </a:p>
          <a:p>
            <a:r>
              <a:rPr lang="it-IT" altLang="it-IT" sz="2800"/>
              <a:t>Il metodo toString della classe Object ritorna la seguente stringa “ClassName@HashCode”</a:t>
            </a:r>
          </a:p>
        </p:txBody>
      </p:sp>
      <p:sp>
        <p:nvSpPr>
          <p:cNvPr id="2" name="CasellaDiTesto 1">
            <a:extLst>
              <a:ext uri="{FF2B5EF4-FFF2-40B4-BE49-F238E27FC236}">
                <a16:creationId xmlns:a16="http://schemas.microsoft.com/office/drawing/2014/main" id="{E9050290-8892-FB8F-55F2-BFC038930B4C}"/>
              </a:ext>
            </a:extLst>
          </p:cNvPr>
          <p:cNvSpPr txBox="1"/>
          <p:nvPr/>
        </p:nvSpPr>
        <p:spPr>
          <a:xfrm>
            <a:off x="2024063" y="1331913"/>
            <a:ext cx="4645025" cy="585787"/>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it-IT" sz="3200" b="1" dirty="0"/>
              <a:t>public </a:t>
            </a:r>
            <a:r>
              <a:rPr lang="it-IT" sz="3200" b="1" dirty="0" err="1"/>
              <a:t>String</a:t>
            </a:r>
            <a:r>
              <a:rPr lang="it-IT" sz="3200" b="1" dirty="0"/>
              <a:t> </a:t>
            </a:r>
            <a:r>
              <a:rPr lang="it-IT" sz="3200" b="1" dirty="0" err="1"/>
              <a:t>toString</a:t>
            </a:r>
            <a:r>
              <a:rPr lang="it-IT" sz="3200" b="1"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olo 1">
            <a:extLst>
              <a:ext uri="{FF2B5EF4-FFF2-40B4-BE49-F238E27FC236}">
                <a16:creationId xmlns:a16="http://schemas.microsoft.com/office/drawing/2014/main" id="{C4823812-BE1F-57B6-ECF5-915F9B00A5D0}"/>
              </a:ext>
            </a:extLst>
          </p:cNvPr>
          <p:cNvSpPr>
            <a:spLocks noGrp="1" noChangeArrowheads="1"/>
          </p:cNvSpPr>
          <p:nvPr>
            <p:ph type="title"/>
          </p:nvPr>
        </p:nvSpPr>
        <p:spPr>
          <a:xfrm>
            <a:off x="457200" y="-209550"/>
            <a:ext cx="7543800" cy="1295400"/>
          </a:xfrm>
        </p:spPr>
        <p:txBody>
          <a:bodyPr/>
          <a:lstStyle/>
          <a:p>
            <a:r>
              <a:rPr lang="it-IT" altLang="it-IT"/>
              <a:t>toString</a:t>
            </a:r>
          </a:p>
        </p:txBody>
      </p:sp>
      <p:sp>
        <p:nvSpPr>
          <p:cNvPr id="54274" name="Segnaposto contenuto 2">
            <a:extLst>
              <a:ext uri="{FF2B5EF4-FFF2-40B4-BE49-F238E27FC236}">
                <a16:creationId xmlns:a16="http://schemas.microsoft.com/office/drawing/2014/main" id="{188A0D27-8AC9-0341-F903-197EA762D031}"/>
              </a:ext>
            </a:extLst>
          </p:cNvPr>
          <p:cNvSpPr>
            <a:spLocks noGrp="1" noChangeArrowheads="1"/>
          </p:cNvSpPr>
          <p:nvPr>
            <p:ph idx="1"/>
          </p:nvPr>
        </p:nvSpPr>
        <p:spPr>
          <a:xfrm>
            <a:off x="457200" y="2163763"/>
            <a:ext cx="8229600" cy="3563937"/>
          </a:xfrm>
        </p:spPr>
        <p:txBody>
          <a:bodyPr/>
          <a:lstStyle/>
          <a:p>
            <a:r>
              <a:rPr lang="it-IT" altLang="it-IT" sz="2800"/>
              <a:t>Ritorna una rappresentazione testuale dell’oggetto</a:t>
            </a:r>
          </a:p>
          <a:p>
            <a:r>
              <a:rPr lang="it-IT" altLang="it-IT" sz="2800"/>
              <a:t>Il metodo toString viene invocato automaticamente ogni volta che è necessaria una conversione in forma di stringa</a:t>
            </a:r>
          </a:p>
          <a:p>
            <a:r>
              <a:rPr lang="it-IT" altLang="it-IT" sz="2800"/>
              <a:t>Il metodo toString della classe Object ritorna la seguente stringa “ClassName@HashCode”</a:t>
            </a:r>
          </a:p>
        </p:txBody>
      </p:sp>
      <p:sp>
        <p:nvSpPr>
          <p:cNvPr id="2" name="CasellaDiTesto 1">
            <a:extLst>
              <a:ext uri="{FF2B5EF4-FFF2-40B4-BE49-F238E27FC236}">
                <a16:creationId xmlns:a16="http://schemas.microsoft.com/office/drawing/2014/main" id="{E9050290-8892-FB8F-55F2-BFC038930B4C}"/>
              </a:ext>
            </a:extLst>
          </p:cNvPr>
          <p:cNvSpPr txBox="1"/>
          <p:nvPr/>
        </p:nvSpPr>
        <p:spPr>
          <a:xfrm>
            <a:off x="2024063" y="1331913"/>
            <a:ext cx="4645025" cy="585787"/>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it-IT" sz="3200" b="1" dirty="0"/>
              <a:t>public </a:t>
            </a:r>
            <a:r>
              <a:rPr lang="it-IT" sz="3200" b="1" dirty="0" err="1"/>
              <a:t>String</a:t>
            </a:r>
            <a:r>
              <a:rPr lang="it-IT" sz="3200" b="1" dirty="0"/>
              <a:t> </a:t>
            </a:r>
            <a:r>
              <a:rPr lang="it-IT" sz="3200" b="1" dirty="0" err="1"/>
              <a:t>toString</a:t>
            </a:r>
            <a:r>
              <a:rPr lang="it-IT" sz="3200" b="1" dirty="0"/>
              <a:t>()</a:t>
            </a:r>
          </a:p>
        </p:txBody>
      </p:sp>
      <p:sp>
        <p:nvSpPr>
          <p:cNvPr id="3" name="CasellaDiTesto 2">
            <a:extLst>
              <a:ext uri="{FF2B5EF4-FFF2-40B4-BE49-F238E27FC236}">
                <a16:creationId xmlns:a16="http://schemas.microsoft.com/office/drawing/2014/main" id="{8F8A7891-E2B7-4461-9AD4-94E0FC2DC5D3}"/>
              </a:ext>
            </a:extLst>
          </p:cNvPr>
          <p:cNvSpPr txBox="1"/>
          <p:nvPr/>
        </p:nvSpPr>
        <p:spPr>
          <a:xfrm>
            <a:off x="4229100" y="2850078"/>
            <a:ext cx="4322618" cy="3139321"/>
          </a:xfrm>
          <a:prstGeom prst="rect">
            <a:avLst/>
          </a:prstGeom>
        </p:spPr>
        <p:style>
          <a:lnRef idx="1">
            <a:schemeClr val="accent1"/>
          </a:lnRef>
          <a:fillRef idx="2">
            <a:schemeClr val="accent1"/>
          </a:fillRef>
          <a:effectRef idx="1">
            <a:schemeClr val="accent1"/>
          </a:effectRef>
          <a:fontRef idx="minor">
            <a:schemeClr val="dk1"/>
          </a:fontRef>
        </p:style>
        <p:txBody>
          <a:bodyPr>
            <a:spAutoFit/>
          </a:bodyPr>
          <a:lstStyle/>
          <a:p>
            <a:pPr>
              <a:defRPr/>
            </a:pPr>
            <a:r>
              <a:rPr lang="it-IT" dirty="0">
                <a:solidFill>
                  <a:srgbClr val="0D0D0D"/>
                </a:solidFill>
                <a:highlight>
                  <a:srgbClr val="FFFFFF"/>
                </a:highlight>
                <a:latin typeface="Söhne"/>
              </a:rPr>
              <a:t>Un "hash code" (o codice hash) è un valore numerico generato da un algoritmo di hash che prende in input dati di lunghezza arbitraria (come stringhe, file o altri tipi di dati) e restituisce un valore numerico. L'algoritmo di hash è progettato in modo tale che, data una stessa sequenza di input, il codice hash risultante sia sempre lo stesso. Tuttavia, anche una minima modifica nei dati di input dovrebbe generare un codice hash completamente diverso.</a:t>
            </a:r>
            <a:endParaRPr lang="it-IT" dirty="0"/>
          </a:p>
        </p:txBody>
      </p:sp>
    </p:spTree>
    <p:extLst>
      <p:ext uri="{BB962C8B-B14F-4D97-AF65-F5344CB8AC3E}">
        <p14:creationId xmlns:p14="http://schemas.microsoft.com/office/powerpoint/2010/main" val="2489195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olo 1">
            <a:extLst>
              <a:ext uri="{FF2B5EF4-FFF2-40B4-BE49-F238E27FC236}">
                <a16:creationId xmlns:a16="http://schemas.microsoft.com/office/drawing/2014/main" id="{89862BDD-3E60-E4CC-4FD9-EDB255BD572D}"/>
              </a:ext>
            </a:extLst>
          </p:cNvPr>
          <p:cNvSpPr>
            <a:spLocks noGrp="1" noChangeArrowheads="1"/>
          </p:cNvSpPr>
          <p:nvPr>
            <p:ph type="title"/>
          </p:nvPr>
        </p:nvSpPr>
        <p:spPr>
          <a:xfrm>
            <a:off x="457200" y="-422275"/>
            <a:ext cx="7543800" cy="1295400"/>
          </a:xfrm>
        </p:spPr>
        <p:txBody>
          <a:bodyPr/>
          <a:lstStyle/>
          <a:p>
            <a:r>
              <a:rPr lang="it-IT" altLang="it-IT"/>
              <a:t>equals</a:t>
            </a:r>
          </a:p>
        </p:txBody>
      </p:sp>
      <p:sp>
        <p:nvSpPr>
          <p:cNvPr id="47106" name="Segnaposto contenuto 2">
            <a:extLst>
              <a:ext uri="{FF2B5EF4-FFF2-40B4-BE49-F238E27FC236}">
                <a16:creationId xmlns:a16="http://schemas.microsoft.com/office/drawing/2014/main" id="{2843149D-2441-AEA0-4D57-33C52AEA44A4}"/>
              </a:ext>
            </a:extLst>
          </p:cNvPr>
          <p:cNvSpPr>
            <a:spLocks noGrp="1" noChangeArrowheads="1"/>
          </p:cNvSpPr>
          <p:nvPr>
            <p:ph idx="1"/>
          </p:nvPr>
        </p:nvSpPr>
        <p:spPr>
          <a:xfrm>
            <a:off x="457200" y="1958975"/>
            <a:ext cx="8229600" cy="4604663"/>
          </a:xfrm>
        </p:spPr>
        <p:txBody>
          <a:bodyPr>
            <a:normAutofit/>
          </a:bodyPr>
          <a:lstStyle/>
          <a:p>
            <a:r>
              <a:rPr lang="it-IT" sz="2000" dirty="0"/>
              <a:t>Confronta due oggetti e restituisce </a:t>
            </a:r>
            <a:r>
              <a:rPr lang="it-IT" sz="2000" dirty="0" err="1"/>
              <a:t>true</a:t>
            </a:r>
            <a:r>
              <a:rPr lang="it-IT" sz="2000" dirty="0"/>
              <a:t> se risultano uguali, false in caso contrario.</a:t>
            </a:r>
          </a:p>
          <a:p>
            <a:r>
              <a:rPr lang="it-IT" sz="2000" dirty="0"/>
              <a:t>Il metodo accetta un parametro di tipo Object.</a:t>
            </a:r>
          </a:p>
          <a:p>
            <a:r>
              <a:rPr lang="it-IT" sz="2000" dirty="0"/>
              <a:t>Il comportamento predefinito di </a:t>
            </a:r>
            <a:r>
              <a:rPr lang="it-IT" sz="2000" dirty="0" err="1"/>
              <a:t>equals</a:t>
            </a:r>
            <a:r>
              <a:rPr lang="it-IT" sz="2000" dirty="0"/>
              <a:t>() (ereditato da Object) confronta i </a:t>
            </a:r>
            <a:r>
              <a:rPr lang="it-IT" sz="2000" b="1" dirty="0"/>
              <a:t>riferimenti</a:t>
            </a:r>
            <a:r>
              <a:rPr lang="it-IT" sz="2000" dirty="0"/>
              <a:t> degli oggetti, non i valori.</a:t>
            </a:r>
          </a:p>
          <a:p>
            <a:r>
              <a:rPr lang="it-IT" sz="2000" dirty="0"/>
              <a:t>È necessario fare </a:t>
            </a:r>
            <a:r>
              <a:rPr lang="it-IT" sz="2000" b="1" dirty="0" err="1"/>
              <a:t>override</a:t>
            </a:r>
            <a:r>
              <a:rPr lang="it-IT" sz="2000" dirty="0"/>
              <a:t> del metodo se si vogliono confrontare i </a:t>
            </a:r>
            <a:r>
              <a:rPr lang="it-IT" sz="2000" b="1" dirty="0"/>
              <a:t>valori interni</a:t>
            </a:r>
            <a:r>
              <a:rPr lang="it-IT" sz="2000" dirty="0"/>
              <a:t> degli oggetti.</a:t>
            </a:r>
          </a:p>
          <a:p>
            <a:r>
              <a:rPr lang="it-IT" sz="2000" dirty="0"/>
              <a:t>È possibile fare </a:t>
            </a:r>
            <a:r>
              <a:rPr lang="it-IT" sz="2000" b="1" dirty="0" err="1"/>
              <a:t>overloading</a:t>
            </a:r>
            <a:r>
              <a:rPr lang="it-IT" sz="2000" dirty="0"/>
              <a:t>, ma l’</a:t>
            </a:r>
            <a:r>
              <a:rPr lang="it-IT" sz="2000" b="1" dirty="0" err="1"/>
              <a:t>overriding</a:t>
            </a:r>
            <a:r>
              <a:rPr lang="it-IT" sz="2000" dirty="0"/>
              <a:t> è la scelta più corretta e usata.</a:t>
            </a:r>
          </a:p>
          <a:p>
            <a:r>
              <a:rPr lang="it-IT" sz="2000" dirty="0"/>
              <a:t>Vediamo ora come dovrebbe essere strutturato un </a:t>
            </a:r>
            <a:r>
              <a:rPr lang="it-IT" sz="2000" dirty="0" err="1"/>
              <a:t>override</a:t>
            </a:r>
            <a:r>
              <a:rPr lang="it-IT" sz="2000" dirty="0"/>
              <a:t> di </a:t>
            </a:r>
            <a:r>
              <a:rPr lang="it-IT" sz="2000" dirty="0" err="1"/>
              <a:t>equals</a:t>
            </a:r>
            <a:r>
              <a:rPr lang="it-IT" sz="2000" dirty="0"/>
              <a:t>(), ad esempio per la classe </a:t>
            </a:r>
            <a:r>
              <a:rPr lang="it-IT" sz="2000" dirty="0" err="1"/>
              <a:t>Complex</a:t>
            </a:r>
            <a:r>
              <a:rPr lang="it-IT" sz="2000" dirty="0"/>
              <a:t>.</a:t>
            </a:r>
            <a:endParaRPr lang="it-IT" altLang="it-IT" sz="2400" i="1" dirty="0">
              <a:latin typeface="Helvetica" pitchFamily="2" charset="0"/>
            </a:endParaRPr>
          </a:p>
          <a:p>
            <a:pPr marL="0" indent="0">
              <a:buFont typeface="Wingdings" pitchFamily="2" charset="2"/>
              <a:buNone/>
              <a:defRPr/>
            </a:pPr>
            <a:endParaRPr lang="it-IT" altLang="it-IT" sz="2800" dirty="0"/>
          </a:p>
        </p:txBody>
      </p:sp>
      <p:sp>
        <p:nvSpPr>
          <p:cNvPr id="2" name="CasellaDiTesto 1">
            <a:extLst>
              <a:ext uri="{FF2B5EF4-FFF2-40B4-BE49-F238E27FC236}">
                <a16:creationId xmlns:a16="http://schemas.microsoft.com/office/drawing/2014/main" id="{1C427DEE-20E4-1404-AA3B-F082523C1072}"/>
              </a:ext>
            </a:extLst>
          </p:cNvPr>
          <p:cNvSpPr txBox="1"/>
          <p:nvPr/>
        </p:nvSpPr>
        <p:spPr>
          <a:xfrm>
            <a:off x="977900" y="1127125"/>
            <a:ext cx="6759575" cy="584200"/>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it-IT" sz="3200" b="1" dirty="0"/>
              <a:t>public </a:t>
            </a:r>
            <a:r>
              <a:rPr lang="it-IT" sz="3200" b="1" dirty="0" err="1"/>
              <a:t>boolean</a:t>
            </a:r>
            <a:r>
              <a:rPr lang="it-IT" sz="3200" b="1" dirty="0"/>
              <a:t> </a:t>
            </a:r>
            <a:r>
              <a:rPr lang="it-IT" sz="3200" b="1" dirty="0" err="1"/>
              <a:t>equals</a:t>
            </a:r>
            <a:r>
              <a:rPr lang="it-IT" sz="3200" b="1" dirty="0"/>
              <a:t>(Object </a:t>
            </a:r>
            <a:r>
              <a:rPr lang="it-IT" sz="3200" b="1" dirty="0" err="1"/>
              <a:t>obj</a:t>
            </a:r>
            <a:r>
              <a:rPr lang="it-IT" sz="3200" b="1" dirty="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olo 1">
            <a:extLst>
              <a:ext uri="{FF2B5EF4-FFF2-40B4-BE49-F238E27FC236}">
                <a16:creationId xmlns:a16="http://schemas.microsoft.com/office/drawing/2014/main" id="{4FD979C2-A5B6-2A5C-58C5-0C47A44445A8}"/>
              </a:ext>
            </a:extLst>
          </p:cNvPr>
          <p:cNvSpPr>
            <a:spLocks noGrp="1" noChangeArrowheads="1"/>
          </p:cNvSpPr>
          <p:nvPr>
            <p:ph type="title"/>
          </p:nvPr>
        </p:nvSpPr>
        <p:spPr>
          <a:xfrm>
            <a:off x="385763" y="-412750"/>
            <a:ext cx="7543800" cy="1295400"/>
          </a:xfrm>
        </p:spPr>
        <p:txBody>
          <a:bodyPr/>
          <a:lstStyle/>
          <a:p>
            <a:r>
              <a:rPr lang="it-IT" altLang="it-IT" sz="3200" dirty="0" err="1"/>
              <a:t>Equals</a:t>
            </a:r>
            <a:r>
              <a:rPr lang="it-IT" altLang="it-IT" sz="3200" dirty="0"/>
              <a:t> per la classe </a:t>
            </a:r>
            <a:r>
              <a:rPr lang="it-IT" altLang="it-IT" sz="3200" dirty="0" err="1"/>
              <a:t>Complex</a:t>
            </a:r>
            <a:endParaRPr lang="it-IT" altLang="it-IT" sz="3200" dirty="0"/>
          </a:p>
        </p:txBody>
      </p:sp>
      <p:sp>
        <p:nvSpPr>
          <p:cNvPr id="4" name="CasellaDiTesto 3">
            <a:extLst>
              <a:ext uri="{FF2B5EF4-FFF2-40B4-BE49-F238E27FC236}">
                <a16:creationId xmlns:a16="http://schemas.microsoft.com/office/drawing/2014/main" id="{AE0377CA-8AB2-D4C4-1CA0-784DDCF8E90B}"/>
              </a:ext>
            </a:extLst>
          </p:cNvPr>
          <p:cNvSpPr txBox="1"/>
          <p:nvPr/>
        </p:nvSpPr>
        <p:spPr>
          <a:xfrm>
            <a:off x="385763" y="990600"/>
            <a:ext cx="7996237" cy="5632450"/>
          </a:xfrm>
          <a:prstGeom prst="rect">
            <a:avLst/>
          </a:prstGeom>
        </p:spPr>
        <p:style>
          <a:lnRef idx="1">
            <a:schemeClr val="accent1"/>
          </a:lnRef>
          <a:fillRef idx="2">
            <a:schemeClr val="accent1"/>
          </a:fillRef>
          <a:effectRef idx="1">
            <a:schemeClr val="accent1"/>
          </a:effectRef>
          <a:fontRef idx="minor">
            <a:schemeClr val="dk1"/>
          </a:fontRef>
        </p:style>
        <p:txBody>
          <a:bodyPr wrap="none">
            <a:spAutoFit/>
          </a:bodyPr>
          <a:lstStyle/>
          <a:p>
            <a:pPr>
              <a:defRPr/>
            </a:pPr>
            <a:r>
              <a:rPr lang="it-IT" sz="2400" dirty="0"/>
              <a:t>@</a:t>
            </a:r>
            <a:r>
              <a:rPr lang="it-IT" sz="2400" dirty="0" err="1"/>
              <a:t>Override</a:t>
            </a:r>
            <a:endParaRPr lang="it-IT" sz="2400" dirty="0"/>
          </a:p>
          <a:p>
            <a:pPr>
              <a:defRPr/>
            </a:pPr>
            <a:r>
              <a:rPr lang="it-IT" sz="2400" dirty="0"/>
              <a:t>    public </a:t>
            </a:r>
            <a:r>
              <a:rPr lang="it-IT" sz="2400" dirty="0" err="1"/>
              <a:t>boolean</a:t>
            </a:r>
            <a:r>
              <a:rPr lang="it-IT" sz="2400" dirty="0"/>
              <a:t> </a:t>
            </a:r>
            <a:r>
              <a:rPr lang="it-IT" sz="2400" dirty="0" err="1"/>
              <a:t>equals</a:t>
            </a:r>
            <a:r>
              <a:rPr lang="it-IT" sz="2400" dirty="0"/>
              <a:t>(Object </a:t>
            </a:r>
            <a:r>
              <a:rPr lang="it-IT" sz="2400" dirty="0" err="1"/>
              <a:t>obj</a:t>
            </a:r>
            <a:r>
              <a:rPr lang="it-IT" sz="2400" dirty="0"/>
              <a:t>) {</a:t>
            </a:r>
          </a:p>
          <a:p>
            <a:pPr>
              <a:defRPr/>
            </a:pPr>
            <a:r>
              <a:rPr lang="it-IT" sz="2400" dirty="0"/>
              <a:t>        </a:t>
            </a:r>
            <a:r>
              <a:rPr lang="it-IT" sz="2400" dirty="0" err="1"/>
              <a:t>if</a:t>
            </a:r>
            <a:r>
              <a:rPr lang="it-IT" sz="2400" dirty="0"/>
              <a:t> (</a:t>
            </a:r>
            <a:r>
              <a:rPr lang="it-IT" sz="2400" b="1" dirty="0" err="1"/>
              <a:t>this</a:t>
            </a:r>
            <a:r>
              <a:rPr lang="it-IT" sz="2400" b="1" dirty="0"/>
              <a:t> == </a:t>
            </a:r>
            <a:r>
              <a:rPr lang="it-IT" sz="2400" b="1" dirty="0" err="1"/>
              <a:t>obj</a:t>
            </a:r>
            <a:r>
              <a:rPr lang="it-IT" sz="2400" dirty="0"/>
              <a:t>) {</a:t>
            </a:r>
          </a:p>
          <a:p>
            <a:pPr>
              <a:defRPr/>
            </a:pPr>
            <a:r>
              <a:rPr lang="it-IT" sz="2400" dirty="0"/>
              <a:t>            </a:t>
            </a:r>
            <a:r>
              <a:rPr lang="it-IT" sz="2400" dirty="0" err="1"/>
              <a:t>return</a:t>
            </a:r>
            <a:r>
              <a:rPr lang="it-IT" sz="2400" dirty="0"/>
              <a:t> </a:t>
            </a:r>
            <a:r>
              <a:rPr lang="it-IT" sz="2400" dirty="0" err="1"/>
              <a:t>true</a:t>
            </a:r>
            <a:r>
              <a:rPr lang="it-IT" sz="2400" dirty="0"/>
              <a:t>;</a:t>
            </a:r>
          </a:p>
          <a:p>
            <a:pPr>
              <a:defRPr/>
            </a:pPr>
            <a:r>
              <a:rPr lang="it-IT" sz="2400" dirty="0"/>
              <a:t>        }</a:t>
            </a:r>
          </a:p>
          <a:p>
            <a:pPr>
              <a:defRPr/>
            </a:pPr>
            <a:r>
              <a:rPr lang="it-IT" sz="2400" dirty="0"/>
              <a:t>        </a:t>
            </a:r>
            <a:r>
              <a:rPr lang="it-IT" sz="2400" dirty="0" err="1"/>
              <a:t>if</a:t>
            </a:r>
            <a:r>
              <a:rPr lang="it-IT" sz="2400" dirty="0"/>
              <a:t> (</a:t>
            </a:r>
            <a:r>
              <a:rPr lang="it-IT" sz="2400" b="1" dirty="0" err="1"/>
              <a:t>obj</a:t>
            </a:r>
            <a:r>
              <a:rPr lang="it-IT" sz="2400" b="1" dirty="0"/>
              <a:t> == </a:t>
            </a:r>
            <a:r>
              <a:rPr lang="it-IT" sz="2400" b="1" dirty="0" err="1"/>
              <a:t>null</a:t>
            </a:r>
            <a:r>
              <a:rPr lang="it-IT" sz="2400" dirty="0"/>
              <a:t>) {</a:t>
            </a:r>
          </a:p>
          <a:p>
            <a:pPr>
              <a:defRPr/>
            </a:pPr>
            <a:r>
              <a:rPr lang="it-IT" sz="2400" dirty="0"/>
              <a:t>            </a:t>
            </a:r>
            <a:r>
              <a:rPr lang="it-IT" sz="2400" dirty="0" err="1"/>
              <a:t>return</a:t>
            </a:r>
            <a:r>
              <a:rPr lang="it-IT" sz="2400" dirty="0"/>
              <a:t> false;</a:t>
            </a:r>
          </a:p>
          <a:p>
            <a:pPr>
              <a:defRPr/>
            </a:pPr>
            <a:r>
              <a:rPr lang="it-IT" sz="2400" dirty="0"/>
              <a:t>        }</a:t>
            </a:r>
          </a:p>
          <a:p>
            <a:pPr>
              <a:defRPr/>
            </a:pPr>
            <a:r>
              <a:rPr lang="it-IT" sz="2400" dirty="0"/>
              <a:t>        </a:t>
            </a:r>
            <a:r>
              <a:rPr lang="it-IT" sz="2400" dirty="0" err="1"/>
              <a:t>if</a:t>
            </a:r>
            <a:r>
              <a:rPr lang="it-IT" sz="2400" dirty="0"/>
              <a:t> (</a:t>
            </a:r>
            <a:r>
              <a:rPr lang="it-IT" sz="2400" b="1" dirty="0" err="1"/>
              <a:t>getClass</a:t>
            </a:r>
            <a:r>
              <a:rPr lang="it-IT" sz="2400" b="1" dirty="0"/>
              <a:t>() != </a:t>
            </a:r>
            <a:r>
              <a:rPr lang="it-IT" sz="2400" b="1" dirty="0" err="1"/>
              <a:t>obj.getClass</a:t>
            </a:r>
            <a:r>
              <a:rPr lang="it-IT" sz="2400" b="1" dirty="0"/>
              <a:t>()) </a:t>
            </a:r>
            <a:r>
              <a:rPr lang="it-IT" sz="2400" dirty="0"/>
              <a:t>{</a:t>
            </a:r>
          </a:p>
          <a:p>
            <a:pPr>
              <a:defRPr/>
            </a:pPr>
            <a:r>
              <a:rPr lang="it-IT" sz="2400" dirty="0"/>
              <a:t>            </a:t>
            </a:r>
            <a:r>
              <a:rPr lang="it-IT" sz="2400" dirty="0" err="1"/>
              <a:t>return</a:t>
            </a:r>
            <a:r>
              <a:rPr lang="it-IT" sz="2400" dirty="0"/>
              <a:t> false;</a:t>
            </a:r>
          </a:p>
          <a:p>
            <a:pPr>
              <a:defRPr/>
            </a:pPr>
            <a:r>
              <a:rPr lang="it-IT" sz="2400" dirty="0"/>
              <a:t>        }</a:t>
            </a:r>
          </a:p>
          <a:p>
            <a:pPr>
              <a:defRPr/>
            </a:pPr>
            <a:r>
              <a:rPr lang="it-IT" sz="2400" dirty="0"/>
              <a:t>        </a:t>
            </a:r>
            <a:r>
              <a:rPr lang="it-IT" sz="2400" b="1" dirty="0" err="1"/>
              <a:t>final</a:t>
            </a:r>
            <a:r>
              <a:rPr lang="it-IT" sz="2400" b="1" dirty="0"/>
              <a:t> </a:t>
            </a:r>
            <a:r>
              <a:rPr lang="it-IT" sz="2400" dirty="0" err="1"/>
              <a:t>Complex</a:t>
            </a:r>
            <a:r>
              <a:rPr lang="it-IT" sz="2400" dirty="0"/>
              <a:t> </a:t>
            </a:r>
            <a:r>
              <a:rPr lang="it-IT" sz="2400" dirty="0" err="1"/>
              <a:t>other</a:t>
            </a:r>
            <a:r>
              <a:rPr lang="it-IT" sz="2400" dirty="0"/>
              <a:t> = </a:t>
            </a:r>
            <a:r>
              <a:rPr lang="it-IT" sz="2400" b="1" dirty="0"/>
              <a:t>(</a:t>
            </a:r>
            <a:r>
              <a:rPr lang="it-IT" sz="2400" b="1" dirty="0" err="1"/>
              <a:t>Complex</a:t>
            </a:r>
            <a:r>
              <a:rPr lang="it-IT" sz="2400" b="1" dirty="0"/>
              <a:t>) </a:t>
            </a:r>
            <a:r>
              <a:rPr lang="it-IT" sz="2400" b="1" dirty="0" err="1"/>
              <a:t>obj</a:t>
            </a:r>
            <a:r>
              <a:rPr lang="it-IT" sz="2400" dirty="0"/>
              <a:t>;</a:t>
            </a:r>
          </a:p>
          <a:p>
            <a:pPr>
              <a:defRPr/>
            </a:pPr>
            <a:r>
              <a:rPr lang="it-IT" sz="2400" dirty="0"/>
              <a:t>        </a:t>
            </a:r>
            <a:r>
              <a:rPr lang="it-IT" sz="2400" dirty="0" err="1"/>
              <a:t>return</a:t>
            </a:r>
            <a:r>
              <a:rPr lang="it-IT" sz="2400" dirty="0"/>
              <a:t> (</a:t>
            </a:r>
            <a:r>
              <a:rPr lang="it-IT" sz="2400" dirty="0" err="1"/>
              <a:t>this.Re</a:t>
            </a:r>
            <a:r>
              <a:rPr lang="it-IT" sz="2400" dirty="0"/>
              <a:t>==</a:t>
            </a:r>
            <a:r>
              <a:rPr lang="it-IT" sz="2400" dirty="0" err="1"/>
              <a:t>other.Re</a:t>
            </a:r>
            <a:r>
              <a:rPr lang="it-IT" sz="2400" dirty="0"/>
              <a:t> &amp;&amp; </a:t>
            </a:r>
            <a:r>
              <a:rPr lang="it-IT" sz="2400" dirty="0" err="1"/>
              <a:t>this.Imm</a:t>
            </a:r>
            <a:r>
              <a:rPr lang="it-IT" sz="2400" dirty="0"/>
              <a:t>==</a:t>
            </a:r>
            <a:r>
              <a:rPr lang="it-IT" sz="2400" dirty="0" err="1"/>
              <a:t>other.Imm</a:t>
            </a:r>
            <a:r>
              <a:rPr lang="it-IT" sz="2400" dirty="0"/>
              <a:t>);</a:t>
            </a:r>
          </a:p>
          <a:p>
            <a:pPr>
              <a:defRPr/>
            </a:pPr>
            <a:r>
              <a:rPr lang="it-IT" sz="2400" dirty="0"/>
              <a:t>}</a:t>
            </a:r>
          </a:p>
          <a:p>
            <a:pPr>
              <a:defRPr/>
            </a:pPr>
            <a:endParaRPr lang="it-IT"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olo 1">
            <a:extLst>
              <a:ext uri="{FF2B5EF4-FFF2-40B4-BE49-F238E27FC236}">
                <a16:creationId xmlns:a16="http://schemas.microsoft.com/office/drawing/2014/main" id="{A4585CDE-0A4F-1868-3AAA-525C67442C7C}"/>
              </a:ext>
            </a:extLst>
          </p:cNvPr>
          <p:cNvSpPr>
            <a:spLocks noGrp="1" noChangeArrowheads="1"/>
          </p:cNvSpPr>
          <p:nvPr>
            <p:ph type="title"/>
          </p:nvPr>
        </p:nvSpPr>
        <p:spPr>
          <a:xfrm>
            <a:off x="327025" y="-352425"/>
            <a:ext cx="7543800" cy="1295400"/>
          </a:xfrm>
        </p:spPr>
        <p:txBody>
          <a:bodyPr/>
          <a:lstStyle/>
          <a:p>
            <a:r>
              <a:rPr lang="it-IT" altLang="it-IT"/>
              <a:t>Analisi della implementazione</a:t>
            </a:r>
          </a:p>
        </p:txBody>
      </p:sp>
      <p:sp>
        <p:nvSpPr>
          <p:cNvPr id="3" name="Segnaposto contenuto 2">
            <a:extLst>
              <a:ext uri="{FF2B5EF4-FFF2-40B4-BE49-F238E27FC236}">
                <a16:creationId xmlns:a16="http://schemas.microsoft.com/office/drawing/2014/main" id="{D7312004-CD23-7998-1AB2-1EF13DA5E736}"/>
              </a:ext>
            </a:extLst>
          </p:cNvPr>
          <p:cNvSpPr>
            <a:spLocks noGrp="1"/>
          </p:cNvSpPr>
          <p:nvPr>
            <p:ph idx="1"/>
          </p:nvPr>
        </p:nvSpPr>
        <p:spPr>
          <a:xfrm>
            <a:off x="326572" y="1268001"/>
            <a:ext cx="8229600" cy="4669662"/>
          </a:xfrm>
        </p:spPr>
        <p:txBody>
          <a:bodyPr/>
          <a:lstStyle/>
          <a:p>
            <a:pPr>
              <a:buFont typeface="+mj-lt"/>
              <a:buAutoNum type="arabicPeriod"/>
              <a:defRPr/>
            </a:pPr>
            <a:r>
              <a:rPr lang="it-IT" sz="1800" b="1" dirty="0">
                <a:solidFill>
                  <a:srgbClr val="0D0D0D"/>
                </a:solidFill>
                <a:highlight>
                  <a:srgbClr val="FFFFFF"/>
                </a:highlight>
                <a:latin typeface="Söhne"/>
              </a:rPr>
              <a:t>Verifica dell'uguaglianza di riferimento</a:t>
            </a:r>
            <a:r>
              <a:rPr lang="it-IT" sz="1800" dirty="0">
                <a:solidFill>
                  <a:srgbClr val="0D0D0D"/>
                </a:solidFill>
                <a:highlight>
                  <a:srgbClr val="FFFFFF"/>
                </a:highlight>
                <a:latin typeface="Söhne"/>
              </a:rPr>
              <a:t>:</a:t>
            </a:r>
          </a:p>
          <a:p>
            <a:pPr marL="742950" lvl="1" indent="-285750">
              <a:buFont typeface="+mj-lt"/>
              <a:buAutoNum type="arabicPeriod"/>
              <a:defRPr/>
            </a:pPr>
            <a:r>
              <a:rPr lang="it-IT" sz="1800" dirty="0">
                <a:solidFill>
                  <a:srgbClr val="0D0D0D"/>
                </a:solidFill>
                <a:highlight>
                  <a:srgbClr val="FFFFFF"/>
                </a:highlight>
                <a:latin typeface="Söhne"/>
              </a:rPr>
              <a:t>La prima condizione </a:t>
            </a:r>
            <a:r>
              <a:rPr lang="it-IT" sz="1800" dirty="0" err="1">
                <a:solidFill>
                  <a:srgbClr val="0D0D0D"/>
                </a:solidFill>
                <a:highlight>
                  <a:srgbClr val="FFFFFF"/>
                </a:highlight>
                <a:latin typeface="Söhne"/>
              </a:rPr>
              <a:t>if</a:t>
            </a:r>
            <a:r>
              <a:rPr lang="it-IT" sz="1800" dirty="0">
                <a:solidFill>
                  <a:srgbClr val="0D0D0D"/>
                </a:solidFill>
                <a:highlight>
                  <a:srgbClr val="FFFFFF"/>
                </a:highlight>
                <a:latin typeface="Söhne"/>
              </a:rPr>
              <a:t> (</a:t>
            </a:r>
            <a:r>
              <a:rPr lang="it-IT" sz="1800" dirty="0" err="1">
                <a:solidFill>
                  <a:srgbClr val="0D0D0D"/>
                </a:solidFill>
                <a:highlight>
                  <a:srgbClr val="FFFFFF"/>
                </a:highlight>
                <a:latin typeface="Söhne"/>
              </a:rPr>
              <a:t>this</a:t>
            </a:r>
            <a:r>
              <a:rPr lang="it-IT" sz="1800" dirty="0">
                <a:solidFill>
                  <a:srgbClr val="0D0D0D"/>
                </a:solidFill>
                <a:highlight>
                  <a:srgbClr val="FFFFFF"/>
                </a:highlight>
                <a:latin typeface="Söhne"/>
              </a:rPr>
              <a:t> == </a:t>
            </a:r>
            <a:r>
              <a:rPr lang="it-IT" sz="1800" dirty="0" err="1">
                <a:solidFill>
                  <a:srgbClr val="0D0D0D"/>
                </a:solidFill>
                <a:highlight>
                  <a:srgbClr val="FFFFFF"/>
                </a:highlight>
                <a:latin typeface="Söhne"/>
              </a:rPr>
              <a:t>obj</a:t>
            </a:r>
            <a:r>
              <a:rPr lang="it-IT" sz="1800" dirty="0">
                <a:solidFill>
                  <a:srgbClr val="0D0D0D"/>
                </a:solidFill>
                <a:highlight>
                  <a:srgbClr val="FFFFFF"/>
                </a:highlight>
                <a:latin typeface="Söhne"/>
              </a:rPr>
              <a:t>) controlla se </a:t>
            </a:r>
            <a:r>
              <a:rPr lang="it-IT" sz="1800" dirty="0" err="1">
                <a:solidFill>
                  <a:srgbClr val="0D0D0D"/>
                </a:solidFill>
                <a:highlight>
                  <a:srgbClr val="FFFFFF"/>
                </a:highlight>
                <a:latin typeface="Söhne"/>
              </a:rPr>
              <a:t>this</a:t>
            </a:r>
            <a:r>
              <a:rPr lang="it-IT" sz="1800" dirty="0">
                <a:solidFill>
                  <a:srgbClr val="0D0D0D"/>
                </a:solidFill>
                <a:highlight>
                  <a:srgbClr val="FFFFFF"/>
                </a:highlight>
                <a:latin typeface="Söhne"/>
              </a:rPr>
              <a:t> (l'oggetto corrente) è lo stesso oggetto dell'oggetto </a:t>
            </a:r>
            <a:r>
              <a:rPr lang="it-IT" sz="1800" dirty="0" err="1">
                <a:solidFill>
                  <a:srgbClr val="0D0D0D"/>
                </a:solidFill>
                <a:highlight>
                  <a:srgbClr val="FFFFFF"/>
                </a:highlight>
                <a:latin typeface="Söhne"/>
              </a:rPr>
              <a:t>obj</a:t>
            </a:r>
            <a:r>
              <a:rPr lang="it-IT" sz="1800" dirty="0">
                <a:solidFill>
                  <a:srgbClr val="0D0D0D"/>
                </a:solidFill>
                <a:highlight>
                  <a:srgbClr val="FFFFFF"/>
                </a:highlight>
                <a:latin typeface="Söhne"/>
              </a:rPr>
              <a:t> passato come parametro. Se è vero, restituisce </a:t>
            </a:r>
            <a:r>
              <a:rPr lang="it-IT" sz="1800" dirty="0" err="1">
                <a:solidFill>
                  <a:srgbClr val="0D0D0D"/>
                </a:solidFill>
                <a:highlight>
                  <a:srgbClr val="FFFFFF"/>
                </a:highlight>
                <a:latin typeface="Söhne"/>
              </a:rPr>
              <a:t>true</a:t>
            </a:r>
            <a:r>
              <a:rPr lang="it-IT" sz="1800" dirty="0">
                <a:solidFill>
                  <a:srgbClr val="0D0D0D"/>
                </a:solidFill>
                <a:highlight>
                  <a:srgbClr val="FFFFFF"/>
                </a:highlight>
                <a:latin typeface="Söhne"/>
              </a:rPr>
              <a:t> immediatamente, indicando che si tratta degli stessi oggetti.</a:t>
            </a:r>
          </a:p>
          <a:p>
            <a:pPr>
              <a:buFont typeface="+mj-lt"/>
              <a:buAutoNum type="arabicPeriod"/>
              <a:defRPr/>
            </a:pPr>
            <a:r>
              <a:rPr lang="it-IT" sz="1800" b="1" dirty="0">
                <a:solidFill>
                  <a:srgbClr val="0D0D0D"/>
                </a:solidFill>
                <a:highlight>
                  <a:srgbClr val="FFFFFF"/>
                </a:highlight>
                <a:latin typeface="Söhne"/>
              </a:rPr>
              <a:t>Controllo di nullità e tipo</a:t>
            </a:r>
            <a:r>
              <a:rPr lang="it-IT" sz="1800" dirty="0">
                <a:solidFill>
                  <a:srgbClr val="0D0D0D"/>
                </a:solidFill>
                <a:highlight>
                  <a:srgbClr val="FFFFFF"/>
                </a:highlight>
                <a:latin typeface="Söhne"/>
              </a:rPr>
              <a:t>:</a:t>
            </a:r>
          </a:p>
          <a:p>
            <a:pPr marL="742950" lvl="1" indent="-285750">
              <a:buFont typeface="+mj-lt"/>
              <a:buAutoNum type="arabicPeriod"/>
              <a:defRPr/>
            </a:pPr>
            <a:r>
              <a:rPr lang="it-IT" sz="1800" dirty="0">
                <a:solidFill>
                  <a:srgbClr val="0D0D0D"/>
                </a:solidFill>
                <a:highlight>
                  <a:srgbClr val="FFFFFF"/>
                </a:highlight>
                <a:latin typeface="Söhne"/>
              </a:rPr>
              <a:t>La successiva condizione </a:t>
            </a:r>
            <a:r>
              <a:rPr lang="it-IT" sz="1800" dirty="0" err="1">
                <a:solidFill>
                  <a:srgbClr val="0D0D0D"/>
                </a:solidFill>
                <a:highlight>
                  <a:srgbClr val="FFFFFF"/>
                </a:highlight>
                <a:latin typeface="Söhne"/>
              </a:rPr>
              <a:t>if</a:t>
            </a:r>
            <a:r>
              <a:rPr lang="it-IT" sz="1800" dirty="0">
                <a:solidFill>
                  <a:srgbClr val="0D0D0D"/>
                </a:solidFill>
                <a:highlight>
                  <a:srgbClr val="FFFFFF"/>
                </a:highlight>
                <a:latin typeface="Söhne"/>
              </a:rPr>
              <a:t> (</a:t>
            </a:r>
            <a:r>
              <a:rPr lang="it-IT" sz="1800" dirty="0" err="1">
                <a:solidFill>
                  <a:srgbClr val="0D0D0D"/>
                </a:solidFill>
                <a:highlight>
                  <a:srgbClr val="FFFFFF"/>
                </a:highlight>
                <a:latin typeface="Söhne"/>
              </a:rPr>
              <a:t>obj</a:t>
            </a:r>
            <a:r>
              <a:rPr lang="it-IT" sz="1800" dirty="0">
                <a:solidFill>
                  <a:srgbClr val="0D0D0D"/>
                </a:solidFill>
                <a:highlight>
                  <a:srgbClr val="FFFFFF"/>
                </a:highlight>
                <a:latin typeface="Söhne"/>
              </a:rPr>
              <a:t> == </a:t>
            </a:r>
            <a:r>
              <a:rPr lang="it-IT" sz="1800" dirty="0" err="1">
                <a:solidFill>
                  <a:srgbClr val="0D0D0D"/>
                </a:solidFill>
                <a:highlight>
                  <a:srgbClr val="FFFFFF"/>
                </a:highlight>
                <a:latin typeface="Söhne"/>
              </a:rPr>
              <a:t>null</a:t>
            </a:r>
            <a:r>
              <a:rPr lang="it-IT" sz="1800" dirty="0">
                <a:solidFill>
                  <a:srgbClr val="0D0D0D"/>
                </a:solidFill>
                <a:highlight>
                  <a:srgbClr val="FFFFFF"/>
                </a:highlight>
                <a:latin typeface="Söhne"/>
              </a:rPr>
              <a:t>) verifica se l'oggetto </a:t>
            </a:r>
            <a:r>
              <a:rPr lang="it-IT" sz="1800" dirty="0" err="1">
                <a:solidFill>
                  <a:srgbClr val="0D0D0D"/>
                </a:solidFill>
                <a:highlight>
                  <a:srgbClr val="FFFFFF"/>
                </a:highlight>
                <a:latin typeface="Söhne"/>
              </a:rPr>
              <a:t>obj</a:t>
            </a:r>
            <a:r>
              <a:rPr lang="it-IT" sz="1800" dirty="0">
                <a:solidFill>
                  <a:srgbClr val="0D0D0D"/>
                </a:solidFill>
                <a:highlight>
                  <a:srgbClr val="FFFFFF"/>
                </a:highlight>
                <a:latin typeface="Söhne"/>
              </a:rPr>
              <a:t> è </a:t>
            </a:r>
            <a:r>
              <a:rPr lang="it-IT" sz="1800" dirty="0" err="1">
                <a:solidFill>
                  <a:srgbClr val="0D0D0D"/>
                </a:solidFill>
                <a:highlight>
                  <a:srgbClr val="FFFFFF"/>
                </a:highlight>
                <a:latin typeface="Söhne"/>
              </a:rPr>
              <a:t>null</a:t>
            </a:r>
            <a:r>
              <a:rPr lang="it-IT" sz="1800" dirty="0">
                <a:solidFill>
                  <a:srgbClr val="0D0D0D"/>
                </a:solidFill>
                <a:highlight>
                  <a:srgbClr val="FFFFFF"/>
                </a:highlight>
                <a:latin typeface="Söhne"/>
              </a:rPr>
              <a:t>. In tal caso, restituisce false perché un oggetto non può essere uguale a </a:t>
            </a:r>
            <a:r>
              <a:rPr lang="it-IT" sz="1800" dirty="0" err="1">
                <a:solidFill>
                  <a:srgbClr val="0D0D0D"/>
                </a:solidFill>
                <a:highlight>
                  <a:srgbClr val="FFFFFF"/>
                </a:highlight>
                <a:latin typeface="Söhne"/>
              </a:rPr>
              <a:t>null</a:t>
            </a:r>
            <a:r>
              <a:rPr lang="it-IT" sz="1800" dirty="0">
                <a:solidFill>
                  <a:srgbClr val="0D0D0D"/>
                </a:solidFill>
                <a:highlight>
                  <a:srgbClr val="FFFFFF"/>
                </a:highlight>
                <a:latin typeface="Söhne"/>
              </a:rPr>
              <a:t>.</a:t>
            </a:r>
          </a:p>
          <a:p>
            <a:pPr marL="742950" lvl="1" indent="-285750">
              <a:buFont typeface="+mj-lt"/>
              <a:buAutoNum type="arabicPeriod"/>
              <a:defRPr/>
            </a:pPr>
            <a:r>
              <a:rPr lang="it-IT" sz="1800" dirty="0">
                <a:solidFill>
                  <a:srgbClr val="0D0D0D"/>
                </a:solidFill>
                <a:highlight>
                  <a:srgbClr val="FFFFFF"/>
                </a:highlight>
                <a:latin typeface="Söhne"/>
              </a:rPr>
              <a:t>La condizione </a:t>
            </a:r>
            <a:r>
              <a:rPr lang="it-IT" sz="1800" dirty="0" err="1">
                <a:solidFill>
                  <a:srgbClr val="0D0D0D"/>
                </a:solidFill>
                <a:highlight>
                  <a:srgbClr val="FFFFFF"/>
                </a:highlight>
                <a:latin typeface="Söhne"/>
              </a:rPr>
              <a:t>if</a:t>
            </a:r>
            <a:r>
              <a:rPr lang="it-IT" sz="1800" dirty="0">
                <a:solidFill>
                  <a:srgbClr val="0D0D0D"/>
                </a:solidFill>
                <a:highlight>
                  <a:srgbClr val="FFFFFF"/>
                </a:highlight>
                <a:latin typeface="Söhne"/>
              </a:rPr>
              <a:t> (</a:t>
            </a:r>
            <a:r>
              <a:rPr lang="it-IT" sz="1800" dirty="0" err="1">
                <a:solidFill>
                  <a:srgbClr val="0D0D0D"/>
                </a:solidFill>
                <a:highlight>
                  <a:srgbClr val="FFFFFF"/>
                </a:highlight>
                <a:latin typeface="Söhne"/>
              </a:rPr>
              <a:t>getClass</a:t>
            </a:r>
            <a:r>
              <a:rPr lang="it-IT" sz="1800" dirty="0">
                <a:solidFill>
                  <a:srgbClr val="0D0D0D"/>
                </a:solidFill>
                <a:highlight>
                  <a:srgbClr val="FFFFFF"/>
                </a:highlight>
                <a:latin typeface="Söhne"/>
              </a:rPr>
              <a:t>() != </a:t>
            </a:r>
            <a:r>
              <a:rPr lang="it-IT" sz="1800" dirty="0" err="1">
                <a:solidFill>
                  <a:srgbClr val="0D0D0D"/>
                </a:solidFill>
                <a:highlight>
                  <a:srgbClr val="FFFFFF"/>
                </a:highlight>
                <a:latin typeface="Söhne"/>
              </a:rPr>
              <a:t>obj.getClass</a:t>
            </a:r>
            <a:r>
              <a:rPr lang="it-IT" sz="1800" dirty="0">
                <a:solidFill>
                  <a:srgbClr val="0D0D0D"/>
                </a:solidFill>
                <a:highlight>
                  <a:srgbClr val="FFFFFF"/>
                </a:highlight>
                <a:latin typeface="Söhne"/>
              </a:rPr>
              <a:t>()) controlla se l'oggetto </a:t>
            </a:r>
            <a:r>
              <a:rPr lang="it-IT" sz="1800" dirty="0" err="1">
                <a:solidFill>
                  <a:srgbClr val="0D0D0D"/>
                </a:solidFill>
                <a:highlight>
                  <a:srgbClr val="FFFFFF"/>
                </a:highlight>
                <a:latin typeface="Söhne"/>
              </a:rPr>
              <a:t>obj</a:t>
            </a:r>
            <a:r>
              <a:rPr lang="it-IT" sz="1800" dirty="0">
                <a:solidFill>
                  <a:srgbClr val="0D0D0D"/>
                </a:solidFill>
                <a:highlight>
                  <a:srgbClr val="FFFFFF"/>
                </a:highlight>
                <a:latin typeface="Söhne"/>
              </a:rPr>
              <a:t> è un'istanza della stessa classe </a:t>
            </a:r>
            <a:r>
              <a:rPr lang="it-IT" sz="1800" dirty="0" err="1">
                <a:solidFill>
                  <a:srgbClr val="0D0D0D"/>
                </a:solidFill>
                <a:highlight>
                  <a:srgbClr val="FFFFFF"/>
                </a:highlight>
                <a:latin typeface="Söhne"/>
              </a:rPr>
              <a:t>Complex</a:t>
            </a:r>
            <a:r>
              <a:rPr lang="it-IT" sz="1800" dirty="0">
                <a:solidFill>
                  <a:srgbClr val="0D0D0D"/>
                </a:solidFill>
                <a:highlight>
                  <a:srgbClr val="FFFFFF"/>
                </a:highlight>
                <a:latin typeface="Söhne"/>
              </a:rPr>
              <a:t> (o di una sua sottoclasse). Se gli oggetti non sono dello stesso tipo, restituisce false, poiché oggetti di classi diverse non possono essere uguali secondo il contratto di </a:t>
            </a:r>
            <a:r>
              <a:rPr lang="it-IT" sz="1800" dirty="0" err="1">
                <a:solidFill>
                  <a:srgbClr val="0D0D0D"/>
                </a:solidFill>
                <a:highlight>
                  <a:srgbClr val="FFFFFF"/>
                </a:highlight>
                <a:latin typeface="Söhne"/>
              </a:rPr>
              <a:t>equals</a:t>
            </a:r>
            <a:r>
              <a:rPr lang="it-IT" sz="1800" dirty="0">
                <a:solidFill>
                  <a:srgbClr val="0D0D0D"/>
                </a:solidFill>
                <a:highlight>
                  <a:srgbClr val="FFFFFF"/>
                </a:highlight>
                <a:latin typeface="Söhne"/>
              </a:rPr>
              <a:t>().</a:t>
            </a:r>
          </a:p>
          <a:p>
            <a:pPr>
              <a:buFont typeface="+mj-lt"/>
              <a:buAutoNum type="arabicPeriod"/>
              <a:defRPr/>
            </a:pPr>
            <a:r>
              <a:rPr lang="it-IT" sz="1800" b="1" dirty="0">
                <a:solidFill>
                  <a:srgbClr val="0D0D0D"/>
                </a:solidFill>
                <a:highlight>
                  <a:srgbClr val="FFFFFF"/>
                </a:highlight>
                <a:latin typeface="Söhne"/>
              </a:rPr>
              <a:t>Confronto dei valori delle variabili di istanza</a:t>
            </a:r>
            <a:r>
              <a:rPr lang="it-IT" sz="1800" dirty="0">
                <a:solidFill>
                  <a:srgbClr val="0D0D0D"/>
                </a:solidFill>
                <a:highlight>
                  <a:srgbClr val="FFFFFF"/>
                </a:highlight>
                <a:latin typeface="Söhne"/>
              </a:rPr>
              <a:t>:</a:t>
            </a:r>
          </a:p>
          <a:p>
            <a:pPr marL="742950" lvl="1" indent="-285750">
              <a:buFont typeface="+mj-lt"/>
              <a:buAutoNum type="arabicPeriod"/>
              <a:defRPr/>
            </a:pPr>
            <a:r>
              <a:rPr lang="it-IT" sz="1800" dirty="0">
                <a:solidFill>
                  <a:srgbClr val="0D0D0D"/>
                </a:solidFill>
                <a:highlight>
                  <a:srgbClr val="FFFFFF"/>
                </a:highlight>
                <a:latin typeface="Söhne"/>
              </a:rPr>
              <a:t>Se gli oggetti </a:t>
            </a:r>
            <a:r>
              <a:rPr lang="it-IT" sz="1800" dirty="0" err="1">
                <a:solidFill>
                  <a:srgbClr val="0D0D0D"/>
                </a:solidFill>
                <a:highlight>
                  <a:srgbClr val="FFFFFF"/>
                </a:highlight>
                <a:latin typeface="Söhne"/>
              </a:rPr>
              <a:t>this</a:t>
            </a:r>
            <a:r>
              <a:rPr lang="it-IT" sz="1800" dirty="0">
                <a:solidFill>
                  <a:srgbClr val="0D0D0D"/>
                </a:solidFill>
                <a:highlight>
                  <a:srgbClr val="FFFFFF"/>
                </a:highlight>
                <a:latin typeface="Söhne"/>
              </a:rPr>
              <a:t> e </a:t>
            </a:r>
            <a:r>
              <a:rPr lang="it-IT" sz="1800" dirty="0" err="1">
                <a:solidFill>
                  <a:srgbClr val="0D0D0D"/>
                </a:solidFill>
                <a:highlight>
                  <a:srgbClr val="FFFFFF"/>
                </a:highlight>
                <a:latin typeface="Söhne"/>
              </a:rPr>
              <a:t>obj</a:t>
            </a:r>
            <a:r>
              <a:rPr lang="it-IT" sz="1800" dirty="0">
                <a:solidFill>
                  <a:srgbClr val="0D0D0D"/>
                </a:solidFill>
                <a:highlight>
                  <a:srgbClr val="FFFFFF"/>
                </a:highlight>
                <a:latin typeface="Söhne"/>
              </a:rPr>
              <a:t> passano le verifiche preliminari, </a:t>
            </a:r>
            <a:r>
              <a:rPr lang="it-IT" sz="1800" dirty="0" err="1">
                <a:solidFill>
                  <a:srgbClr val="0D0D0D"/>
                </a:solidFill>
                <a:highlight>
                  <a:srgbClr val="FFFFFF"/>
                </a:highlight>
                <a:latin typeface="Söhne"/>
              </a:rPr>
              <a:t>obj</a:t>
            </a:r>
            <a:r>
              <a:rPr lang="it-IT" sz="1800" dirty="0">
                <a:solidFill>
                  <a:srgbClr val="0D0D0D"/>
                </a:solidFill>
                <a:highlight>
                  <a:srgbClr val="FFFFFF"/>
                </a:highlight>
                <a:latin typeface="Söhne"/>
              </a:rPr>
              <a:t> viene convertito a </a:t>
            </a:r>
            <a:r>
              <a:rPr lang="it-IT" sz="1800" dirty="0" err="1">
                <a:solidFill>
                  <a:srgbClr val="0D0D0D"/>
                </a:solidFill>
                <a:highlight>
                  <a:srgbClr val="FFFFFF"/>
                </a:highlight>
                <a:latin typeface="Söhne"/>
              </a:rPr>
              <a:t>Complex</a:t>
            </a:r>
            <a:r>
              <a:rPr lang="it-IT" sz="1800" dirty="0">
                <a:solidFill>
                  <a:srgbClr val="0D0D0D"/>
                </a:solidFill>
                <a:highlight>
                  <a:srgbClr val="FFFFFF"/>
                </a:highlight>
                <a:latin typeface="Söhne"/>
              </a:rPr>
              <a:t> (</a:t>
            </a:r>
            <a:r>
              <a:rPr lang="it-IT" sz="1800" dirty="0" err="1">
                <a:solidFill>
                  <a:srgbClr val="0D0D0D"/>
                </a:solidFill>
                <a:highlight>
                  <a:srgbClr val="FFFFFF"/>
                </a:highlight>
                <a:latin typeface="Söhne"/>
              </a:rPr>
              <a:t>Complex</a:t>
            </a:r>
            <a:r>
              <a:rPr lang="it-IT" sz="1800" dirty="0">
                <a:solidFill>
                  <a:srgbClr val="0D0D0D"/>
                </a:solidFill>
                <a:highlight>
                  <a:srgbClr val="FFFFFF"/>
                </a:highlight>
                <a:latin typeface="Söhne"/>
              </a:rPr>
              <a:t> </a:t>
            </a:r>
            <a:r>
              <a:rPr lang="it-IT" sz="1800" dirty="0" err="1">
                <a:solidFill>
                  <a:srgbClr val="0D0D0D"/>
                </a:solidFill>
                <a:highlight>
                  <a:srgbClr val="FFFFFF"/>
                </a:highlight>
                <a:latin typeface="Söhne"/>
              </a:rPr>
              <a:t>other</a:t>
            </a:r>
            <a:r>
              <a:rPr lang="it-IT" sz="1800" dirty="0">
                <a:solidFill>
                  <a:srgbClr val="0D0D0D"/>
                </a:solidFill>
                <a:highlight>
                  <a:srgbClr val="FFFFFF"/>
                </a:highlight>
                <a:latin typeface="Söhne"/>
              </a:rPr>
              <a:t> = (</a:t>
            </a:r>
            <a:r>
              <a:rPr lang="it-IT" sz="1800" dirty="0" err="1">
                <a:solidFill>
                  <a:srgbClr val="0D0D0D"/>
                </a:solidFill>
                <a:highlight>
                  <a:srgbClr val="FFFFFF"/>
                </a:highlight>
                <a:latin typeface="Söhne"/>
              </a:rPr>
              <a:t>Complex</a:t>
            </a:r>
            <a:r>
              <a:rPr lang="it-IT" sz="1800" dirty="0">
                <a:solidFill>
                  <a:srgbClr val="0D0D0D"/>
                </a:solidFill>
                <a:highlight>
                  <a:srgbClr val="FFFFFF"/>
                </a:highlight>
                <a:latin typeface="Söhne"/>
              </a:rPr>
              <a:t>) </a:t>
            </a:r>
            <a:r>
              <a:rPr lang="it-IT" sz="1800" dirty="0" err="1">
                <a:solidFill>
                  <a:srgbClr val="0D0D0D"/>
                </a:solidFill>
                <a:highlight>
                  <a:srgbClr val="FFFFFF"/>
                </a:highlight>
                <a:latin typeface="Söhne"/>
              </a:rPr>
              <a:t>obj</a:t>
            </a:r>
            <a:r>
              <a:rPr lang="it-IT" sz="1800" dirty="0">
                <a:solidFill>
                  <a:srgbClr val="0D0D0D"/>
                </a:solidFill>
                <a:highlight>
                  <a:srgbClr val="FFFFFF"/>
                </a:highlight>
                <a:latin typeface="Söhne"/>
              </a:rPr>
              <a:t>;) poiché </a:t>
            </a:r>
            <a:r>
              <a:rPr lang="it-IT" sz="1800" dirty="0" err="1">
                <a:solidFill>
                  <a:srgbClr val="0D0D0D"/>
                </a:solidFill>
                <a:highlight>
                  <a:srgbClr val="FFFFFF"/>
                </a:highlight>
                <a:latin typeface="Söhne"/>
              </a:rPr>
              <a:t>obj</a:t>
            </a:r>
            <a:r>
              <a:rPr lang="it-IT" sz="1800" dirty="0">
                <a:solidFill>
                  <a:srgbClr val="0D0D0D"/>
                </a:solidFill>
                <a:highlight>
                  <a:srgbClr val="FFFFFF"/>
                </a:highlight>
                <a:latin typeface="Söhne"/>
              </a:rPr>
              <a:t> è garantito essere un'istanza di </a:t>
            </a:r>
            <a:r>
              <a:rPr lang="it-IT" sz="1800" dirty="0" err="1">
                <a:solidFill>
                  <a:srgbClr val="0D0D0D"/>
                </a:solidFill>
                <a:highlight>
                  <a:srgbClr val="FFFFFF"/>
                </a:highlight>
                <a:latin typeface="Söhne"/>
              </a:rPr>
              <a:t>Complex</a:t>
            </a:r>
            <a:r>
              <a:rPr lang="it-IT" sz="1800" dirty="0">
                <a:solidFill>
                  <a:srgbClr val="0D0D0D"/>
                </a:solidFill>
                <a:highlight>
                  <a:srgbClr val="FFFFFF"/>
                </a:highlight>
                <a:latin typeface="Söhne"/>
              </a:rPr>
              <a:t> (o sottoclasse di </a:t>
            </a:r>
            <a:r>
              <a:rPr lang="it-IT" sz="1800" dirty="0" err="1">
                <a:solidFill>
                  <a:srgbClr val="0D0D0D"/>
                </a:solidFill>
                <a:highlight>
                  <a:srgbClr val="FFFFFF"/>
                </a:highlight>
                <a:latin typeface="Söhne"/>
              </a:rPr>
              <a:t>Complex</a:t>
            </a:r>
            <a:r>
              <a:rPr lang="it-IT" sz="1800" dirty="0">
                <a:solidFill>
                  <a:srgbClr val="0D0D0D"/>
                </a:solidFill>
                <a:highlight>
                  <a:srgbClr val="FFFFFF"/>
                </a:highlight>
                <a:latin typeface="Söhne"/>
              </a:rPr>
              <a:t>) a questo punto.</a:t>
            </a:r>
          </a:p>
          <a:p>
            <a:pPr>
              <a:defRPr/>
            </a:pPr>
            <a:endParaRPr lang="it-IT"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olo 1">
            <a:extLst>
              <a:ext uri="{FF2B5EF4-FFF2-40B4-BE49-F238E27FC236}">
                <a16:creationId xmlns:a16="http://schemas.microsoft.com/office/drawing/2014/main" id="{5671268A-7792-ED1B-9833-156D031D983C}"/>
              </a:ext>
            </a:extLst>
          </p:cNvPr>
          <p:cNvSpPr>
            <a:spLocks noGrp="1" noChangeArrowheads="1"/>
          </p:cNvSpPr>
          <p:nvPr>
            <p:ph type="title"/>
          </p:nvPr>
        </p:nvSpPr>
        <p:spPr>
          <a:xfrm>
            <a:off x="457200" y="-460375"/>
            <a:ext cx="7543800" cy="1295400"/>
          </a:xfrm>
        </p:spPr>
        <p:txBody>
          <a:bodyPr/>
          <a:lstStyle/>
          <a:p>
            <a:r>
              <a:rPr lang="it-IT" altLang="it-IT"/>
              <a:t>Osservazione</a:t>
            </a:r>
          </a:p>
        </p:txBody>
      </p:sp>
      <p:sp>
        <p:nvSpPr>
          <p:cNvPr id="3" name="Segnaposto contenuto 2">
            <a:extLst>
              <a:ext uri="{FF2B5EF4-FFF2-40B4-BE49-F238E27FC236}">
                <a16:creationId xmlns:a16="http://schemas.microsoft.com/office/drawing/2014/main" id="{E0F1E06D-C96C-8BF2-FCBE-74ACA3155AA8}"/>
              </a:ext>
            </a:extLst>
          </p:cNvPr>
          <p:cNvSpPr>
            <a:spLocks noGrp="1"/>
          </p:cNvSpPr>
          <p:nvPr>
            <p:ph idx="1"/>
          </p:nvPr>
        </p:nvSpPr>
        <p:spPr>
          <a:xfrm>
            <a:off x="457200" y="935492"/>
            <a:ext cx="8229600" cy="4411662"/>
          </a:xfrm>
        </p:spPr>
        <p:txBody>
          <a:bodyPr/>
          <a:lstStyle/>
          <a:p>
            <a:pPr>
              <a:defRPr/>
            </a:pPr>
            <a:r>
              <a:rPr lang="it-IT" sz="2400" dirty="0">
                <a:solidFill>
                  <a:srgbClr val="0D0D0D"/>
                </a:solidFill>
                <a:highlight>
                  <a:srgbClr val="FFFFFF"/>
                </a:highlight>
                <a:latin typeface="Söhne"/>
              </a:rPr>
              <a:t>Il confronto:</a:t>
            </a:r>
            <a:br>
              <a:rPr lang="it-IT" sz="2400" dirty="0">
                <a:solidFill>
                  <a:srgbClr val="0D0D0D"/>
                </a:solidFill>
                <a:highlight>
                  <a:srgbClr val="FFFFFF"/>
                </a:highlight>
                <a:latin typeface="Söhne"/>
              </a:rPr>
            </a:br>
            <a:r>
              <a:rPr lang="it-IT" sz="2400" dirty="0"/>
              <a:t>(</a:t>
            </a:r>
            <a:r>
              <a:rPr lang="it-IT" sz="2400" dirty="0" err="1"/>
              <a:t>this.Re</a:t>
            </a:r>
            <a:r>
              <a:rPr lang="it-IT" sz="2400" dirty="0"/>
              <a:t> == </a:t>
            </a:r>
            <a:r>
              <a:rPr lang="it-IT" sz="2400" dirty="0" err="1"/>
              <a:t>other.Re</a:t>
            </a:r>
            <a:r>
              <a:rPr lang="it-IT" sz="2400" dirty="0"/>
              <a:t> &amp;&amp; </a:t>
            </a:r>
            <a:r>
              <a:rPr lang="it-IT" sz="2400" dirty="0" err="1"/>
              <a:t>this.Imm</a:t>
            </a:r>
            <a:r>
              <a:rPr lang="it-IT" sz="2400" dirty="0"/>
              <a:t> == </a:t>
            </a:r>
            <a:r>
              <a:rPr lang="it-IT" sz="2400" dirty="0" err="1"/>
              <a:t>other.Imm</a:t>
            </a:r>
            <a:r>
              <a:rPr lang="it-IT" sz="2400" dirty="0"/>
              <a:t>)</a:t>
            </a:r>
            <a:r>
              <a:rPr lang="it-IT" sz="2400" dirty="0">
                <a:solidFill>
                  <a:srgbClr val="0D0D0D"/>
                </a:solidFill>
                <a:highlight>
                  <a:srgbClr val="FFFFFF"/>
                </a:highlight>
                <a:latin typeface="Söhne"/>
              </a:rPr>
              <a:t> confronta direttamente le variabili di istanza </a:t>
            </a:r>
            <a:r>
              <a:rPr lang="it-IT" sz="2400" dirty="0"/>
              <a:t>Re</a:t>
            </a:r>
            <a:r>
              <a:rPr lang="it-IT" sz="2400" dirty="0">
                <a:solidFill>
                  <a:srgbClr val="0D0D0D"/>
                </a:solidFill>
                <a:highlight>
                  <a:srgbClr val="FFFFFF"/>
                </a:highlight>
                <a:latin typeface="Söhne"/>
              </a:rPr>
              <a:t> e </a:t>
            </a:r>
            <a:r>
              <a:rPr lang="it-IT" sz="2400" dirty="0" err="1"/>
              <a:t>Imm</a:t>
            </a:r>
            <a:r>
              <a:rPr lang="it-IT" sz="2400" dirty="0">
                <a:solidFill>
                  <a:srgbClr val="0D0D0D"/>
                </a:solidFill>
                <a:highlight>
                  <a:srgbClr val="FFFFFF"/>
                </a:highlight>
                <a:latin typeface="Söhne"/>
              </a:rPr>
              <a:t> dell'oggetto corrente (</a:t>
            </a:r>
            <a:r>
              <a:rPr lang="it-IT" sz="2400" dirty="0" err="1"/>
              <a:t>this</a:t>
            </a:r>
            <a:r>
              <a:rPr lang="it-IT" sz="2400" dirty="0">
                <a:solidFill>
                  <a:srgbClr val="0D0D0D"/>
                </a:solidFill>
                <a:highlight>
                  <a:srgbClr val="FFFFFF"/>
                </a:highlight>
                <a:latin typeface="Söhne"/>
              </a:rPr>
              <a:t>) con quelle dell'oggetto </a:t>
            </a:r>
            <a:r>
              <a:rPr lang="it-IT" sz="2400" dirty="0" err="1"/>
              <a:t>other</a:t>
            </a:r>
            <a:r>
              <a:rPr lang="it-IT" sz="2400" dirty="0">
                <a:solidFill>
                  <a:srgbClr val="0D0D0D"/>
                </a:solidFill>
                <a:highlight>
                  <a:srgbClr val="FFFFFF"/>
                </a:highlight>
                <a:latin typeface="Söhne"/>
              </a:rPr>
              <a:t> per determinare se sono uguali.</a:t>
            </a:r>
          </a:p>
          <a:p>
            <a:pPr>
              <a:defRPr/>
            </a:pPr>
            <a:r>
              <a:rPr lang="it-IT" sz="2400" dirty="0">
                <a:solidFill>
                  <a:srgbClr val="0D0D0D"/>
                </a:solidFill>
                <a:highlight>
                  <a:srgbClr val="FFFFFF"/>
                </a:highlight>
                <a:latin typeface="Söhne"/>
              </a:rPr>
              <a:t>MA trattandosi di numeri reali rappresentati in macchina il confronto diretto potrebbe non essere una buona idea…</a:t>
            </a:r>
          </a:p>
          <a:p>
            <a:pPr>
              <a:defRPr/>
            </a:pPr>
            <a:r>
              <a:rPr lang="it-IT" sz="2400" dirty="0">
                <a:solidFill>
                  <a:srgbClr val="0D0D0D"/>
                </a:solidFill>
                <a:highlight>
                  <a:srgbClr val="FFFFFF"/>
                </a:highlight>
                <a:latin typeface="Söhne"/>
              </a:rPr>
              <a:t>Le variabili di tipo double in Java sono rappresentate internamente come numeri in virgola mobile, e possono avere precisione limitata.</a:t>
            </a:r>
          </a:p>
          <a:p>
            <a:pPr>
              <a:defRPr/>
            </a:pPr>
            <a:r>
              <a:rPr lang="it-IT" sz="2400" dirty="0">
                <a:solidFill>
                  <a:srgbClr val="0D0D0D"/>
                </a:solidFill>
                <a:highlight>
                  <a:srgbClr val="FFFFFF"/>
                </a:highlight>
                <a:latin typeface="Söhne"/>
              </a:rPr>
              <a:t>Una implementazione alternativa potrebbe essere la seguente:</a:t>
            </a:r>
            <a:br>
              <a:rPr lang="it-IT" sz="2400" dirty="0">
                <a:solidFill>
                  <a:srgbClr val="0D0D0D"/>
                </a:solidFill>
                <a:highlight>
                  <a:srgbClr val="FFFFFF"/>
                </a:highlight>
                <a:latin typeface="Söhne"/>
              </a:rPr>
            </a:br>
            <a:r>
              <a:rPr lang="it-IT" sz="2000" i="1" dirty="0" err="1">
                <a:solidFill>
                  <a:srgbClr val="0D0D0D"/>
                </a:solidFill>
                <a:highlight>
                  <a:srgbClr val="FFFFFF"/>
                </a:highlight>
                <a:latin typeface="Söhne"/>
              </a:rPr>
              <a:t>return</a:t>
            </a:r>
            <a:r>
              <a:rPr lang="it-IT" sz="2000" i="1" dirty="0">
                <a:solidFill>
                  <a:srgbClr val="0D0D0D"/>
                </a:solidFill>
                <a:highlight>
                  <a:srgbClr val="FFFFFF"/>
                </a:highlight>
                <a:latin typeface="Söhne"/>
              </a:rPr>
              <a:t> </a:t>
            </a:r>
            <a:r>
              <a:rPr lang="it-IT" sz="2000" i="1" dirty="0" err="1">
                <a:solidFill>
                  <a:srgbClr val="0D0D0D"/>
                </a:solidFill>
                <a:highlight>
                  <a:srgbClr val="FFFFFF"/>
                </a:highlight>
                <a:latin typeface="Söhne"/>
              </a:rPr>
              <a:t>Double.compare</a:t>
            </a:r>
            <a:r>
              <a:rPr lang="it-IT" sz="2000" i="1" dirty="0">
                <a:solidFill>
                  <a:srgbClr val="0D0D0D"/>
                </a:solidFill>
                <a:highlight>
                  <a:srgbClr val="FFFFFF"/>
                </a:highlight>
                <a:latin typeface="Söhne"/>
              </a:rPr>
              <a:t>(</a:t>
            </a:r>
            <a:r>
              <a:rPr lang="it-IT" sz="2000" i="1" dirty="0" err="1">
                <a:solidFill>
                  <a:srgbClr val="0D0D0D"/>
                </a:solidFill>
                <a:highlight>
                  <a:srgbClr val="FFFFFF"/>
                </a:highlight>
                <a:latin typeface="Söhne"/>
              </a:rPr>
              <a:t>this.Re</a:t>
            </a:r>
            <a:r>
              <a:rPr lang="it-IT" sz="2000" i="1" dirty="0">
                <a:solidFill>
                  <a:srgbClr val="0D0D0D"/>
                </a:solidFill>
                <a:highlight>
                  <a:srgbClr val="FFFFFF"/>
                </a:highlight>
                <a:latin typeface="Söhne"/>
              </a:rPr>
              <a:t>, </a:t>
            </a:r>
            <a:r>
              <a:rPr lang="it-IT" sz="2000" i="1" dirty="0" err="1">
                <a:solidFill>
                  <a:srgbClr val="0D0D0D"/>
                </a:solidFill>
                <a:highlight>
                  <a:srgbClr val="FFFFFF"/>
                </a:highlight>
                <a:latin typeface="Söhne"/>
              </a:rPr>
              <a:t>other.Re</a:t>
            </a:r>
            <a:r>
              <a:rPr lang="it-IT" sz="2000" i="1" dirty="0">
                <a:solidFill>
                  <a:srgbClr val="0D0D0D"/>
                </a:solidFill>
                <a:highlight>
                  <a:srgbClr val="FFFFFF"/>
                </a:highlight>
                <a:latin typeface="Söhne"/>
              </a:rPr>
              <a:t>) == 0 &amp;&amp; </a:t>
            </a:r>
            <a:r>
              <a:rPr lang="it-IT" sz="2000" i="1" dirty="0" err="1">
                <a:solidFill>
                  <a:srgbClr val="0D0D0D"/>
                </a:solidFill>
                <a:highlight>
                  <a:srgbClr val="FFFFFF"/>
                </a:highlight>
                <a:latin typeface="Söhne"/>
              </a:rPr>
              <a:t>Double.compare</a:t>
            </a:r>
            <a:r>
              <a:rPr lang="it-IT" sz="2000" i="1" dirty="0">
                <a:solidFill>
                  <a:srgbClr val="0D0D0D"/>
                </a:solidFill>
                <a:highlight>
                  <a:srgbClr val="FFFFFF"/>
                </a:highlight>
                <a:latin typeface="Söhne"/>
              </a:rPr>
              <a:t>(</a:t>
            </a:r>
            <a:r>
              <a:rPr lang="it-IT" sz="2000" i="1" dirty="0" err="1">
                <a:solidFill>
                  <a:srgbClr val="0D0D0D"/>
                </a:solidFill>
                <a:highlight>
                  <a:srgbClr val="FFFFFF"/>
                </a:highlight>
                <a:latin typeface="Söhne"/>
              </a:rPr>
              <a:t>this.Imm</a:t>
            </a:r>
            <a:r>
              <a:rPr lang="it-IT" sz="2000" i="1" dirty="0">
                <a:solidFill>
                  <a:srgbClr val="0D0D0D"/>
                </a:solidFill>
                <a:highlight>
                  <a:srgbClr val="FFFFFF"/>
                </a:highlight>
                <a:latin typeface="Söhne"/>
              </a:rPr>
              <a:t>, </a:t>
            </a:r>
            <a:r>
              <a:rPr lang="it-IT" sz="2000" i="1" dirty="0" err="1">
                <a:solidFill>
                  <a:srgbClr val="0D0D0D"/>
                </a:solidFill>
                <a:highlight>
                  <a:srgbClr val="FFFFFF"/>
                </a:highlight>
                <a:latin typeface="Söhne"/>
              </a:rPr>
              <a:t>other.Imm</a:t>
            </a:r>
            <a:r>
              <a:rPr lang="it-IT" sz="2000" i="1" dirty="0">
                <a:solidFill>
                  <a:srgbClr val="0D0D0D"/>
                </a:solidFill>
                <a:highlight>
                  <a:srgbClr val="FFFFFF"/>
                </a:highlight>
                <a:latin typeface="Söhne"/>
              </a:rPr>
              <a:t>) == 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3D87B-8AB4-FCC6-A039-B3E25BFD61AF}"/>
            </a:ext>
          </a:extLst>
        </p:cNvPr>
        <p:cNvGrpSpPr/>
        <p:nvPr/>
      </p:nvGrpSpPr>
      <p:grpSpPr>
        <a:xfrm>
          <a:off x="0" y="0"/>
          <a:ext cx="0" cy="0"/>
          <a:chOff x="0" y="0"/>
          <a:chExt cx="0" cy="0"/>
        </a:xfrm>
      </p:grpSpPr>
      <p:sp>
        <p:nvSpPr>
          <p:cNvPr id="55297" name="Titolo 1">
            <a:extLst>
              <a:ext uri="{FF2B5EF4-FFF2-40B4-BE49-F238E27FC236}">
                <a16:creationId xmlns:a16="http://schemas.microsoft.com/office/drawing/2014/main" id="{F032C4BB-9B75-4386-7619-BC0CB6540EA0}"/>
              </a:ext>
            </a:extLst>
          </p:cNvPr>
          <p:cNvSpPr>
            <a:spLocks noGrp="1" noChangeArrowheads="1"/>
          </p:cNvSpPr>
          <p:nvPr>
            <p:ph type="title"/>
          </p:nvPr>
        </p:nvSpPr>
        <p:spPr>
          <a:xfrm>
            <a:off x="249838" y="0"/>
            <a:ext cx="7543800" cy="1295400"/>
          </a:xfrm>
        </p:spPr>
        <p:txBody>
          <a:bodyPr/>
          <a:lstStyle/>
          <a:p>
            <a:r>
              <a:rPr lang="it-IT" altLang="it-IT" sz="3200" dirty="0"/>
              <a:t>Ottimizzazione </a:t>
            </a:r>
            <a:r>
              <a:rPr lang="it-IT" altLang="it-IT" sz="3200" dirty="0" err="1"/>
              <a:t>Equals</a:t>
            </a:r>
            <a:r>
              <a:rPr lang="it-IT" altLang="it-IT" sz="3200" dirty="0"/>
              <a:t> per la classe </a:t>
            </a:r>
            <a:r>
              <a:rPr lang="it-IT" altLang="it-IT" sz="3200" dirty="0" err="1"/>
              <a:t>Complex</a:t>
            </a:r>
            <a:endParaRPr lang="it-IT" altLang="it-IT" sz="3200" dirty="0"/>
          </a:p>
        </p:txBody>
      </p:sp>
      <p:sp>
        <p:nvSpPr>
          <p:cNvPr id="3" name="CasellaDiTesto 2">
            <a:extLst>
              <a:ext uri="{FF2B5EF4-FFF2-40B4-BE49-F238E27FC236}">
                <a16:creationId xmlns:a16="http://schemas.microsoft.com/office/drawing/2014/main" id="{BBDEA015-314A-AB97-3862-895477606517}"/>
              </a:ext>
            </a:extLst>
          </p:cNvPr>
          <p:cNvSpPr txBox="1"/>
          <p:nvPr/>
        </p:nvSpPr>
        <p:spPr>
          <a:xfrm>
            <a:off x="290383" y="1997839"/>
            <a:ext cx="8563233" cy="2862322"/>
          </a:xfrm>
          <a:prstGeom prst="rect">
            <a:avLst/>
          </a:prstGeom>
          <a:noFill/>
        </p:spPr>
        <p:txBody>
          <a:bodyPr wrap="square">
            <a:spAutoFit/>
          </a:bodyPr>
          <a:lstStyle/>
          <a:p>
            <a:pPr>
              <a:buNone/>
            </a:pPr>
            <a:r>
              <a:rPr lang="it-IT" b="0" dirty="0">
                <a:solidFill>
                  <a:srgbClr val="3B3B3B"/>
                </a:solidFill>
                <a:effectLst/>
                <a:latin typeface="Menlo" panose="020B0609030804020204" pitchFamily="49" charset="0"/>
              </a:rPr>
              <a:t>@</a:t>
            </a:r>
            <a:r>
              <a:rPr lang="it-IT" b="0" dirty="0" err="1">
                <a:solidFill>
                  <a:srgbClr val="267F99"/>
                </a:solidFill>
                <a:effectLst/>
                <a:latin typeface="Menlo" panose="020B0609030804020204" pitchFamily="49" charset="0"/>
              </a:rPr>
              <a:t>Override</a:t>
            </a:r>
            <a:endParaRPr lang="it-IT" b="0" dirty="0">
              <a:solidFill>
                <a:srgbClr val="3B3B3B"/>
              </a:solidFill>
              <a:effectLst/>
              <a:latin typeface="Menlo" panose="020B0609030804020204" pitchFamily="49" charset="0"/>
            </a:endParaRPr>
          </a:p>
          <a:p>
            <a:pPr>
              <a:buNone/>
            </a:pPr>
            <a:r>
              <a:rPr lang="it-IT" b="0" dirty="0">
                <a:solidFill>
                  <a:srgbClr val="0000FF"/>
                </a:solidFill>
                <a:effectLst/>
                <a:latin typeface="Menlo" panose="020B0609030804020204" pitchFamily="49" charset="0"/>
              </a:rPr>
              <a:t>public</a:t>
            </a:r>
            <a:r>
              <a:rPr lang="it-IT" b="0" dirty="0">
                <a:solidFill>
                  <a:srgbClr val="3B3B3B"/>
                </a:solidFill>
                <a:effectLst/>
                <a:latin typeface="Menlo" panose="020B0609030804020204" pitchFamily="49" charset="0"/>
              </a:rPr>
              <a:t> </a:t>
            </a:r>
            <a:r>
              <a:rPr lang="it-IT" b="0" dirty="0" err="1">
                <a:solidFill>
                  <a:srgbClr val="267F99"/>
                </a:solidFill>
                <a:effectLst/>
                <a:latin typeface="Menlo" panose="020B0609030804020204" pitchFamily="49" charset="0"/>
              </a:rPr>
              <a:t>boolean</a:t>
            </a:r>
            <a:r>
              <a:rPr lang="it-IT" b="0" dirty="0">
                <a:solidFill>
                  <a:srgbClr val="3B3B3B"/>
                </a:solidFill>
                <a:effectLst/>
                <a:latin typeface="Menlo" panose="020B0609030804020204" pitchFamily="49" charset="0"/>
              </a:rPr>
              <a:t> </a:t>
            </a:r>
            <a:r>
              <a:rPr lang="it-IT" b="0" dirty="0" err="1">
                <a:solidFill>
                  <a:srgbClr val="795E26"/>
                </a:solidFill>
                <a:effectLst/>
                <a:latin typeface="Menlo" panose="020B0609030804020204" pitchFamily="49" charset="0"/>
              </a:rPr>
              <a:t>equals</a:t>
            </a:r>
            <a:r>
              <a:rPr lang="it-IT" b="0" dirty="0">
                <a:solidFill>
                  <a:srgbClr val="3B3B3B"/>
                </a:solidFill>
                <a:effectLst/>
                <a:latin typeface="Menlo" panose="020B0609030804020204" pitchFamily="49" charset="0"/>
              </a:rPr>
              <a:t>(</a:t>
            </a:r>
            <a:r>
              <a:rPr lang="it-IT" b="0" dirty="0">
                <a:solidFill>
                  <a:srgbClr val="267F99"/>
                </a:solidFill>
                <a:effectLst/>
                <a:latin typeface="Menlo" panose="020B0609030804020204" pitchFamily="49" charset="0"/>
              </a:rPr>
              <a:t>Object</a:t>
            </a:r>
            <a:r>
              <a:rPr lang="it-IT" b="0" dirty="0">
                <a:solidFill>
                  <a:srgbClr val="3B3B3B"/>
                </a:solidFill>
                <a:effectLst/>
                <a:latin typeface="Menlo" panose="020B0609030804020204" pitchFamily="49" charset="0"/>
              </a:rPr>
              <a:t> </a:t>
            </a:r>
            <a:r>
              <a:rPr lang="it-IT" b="0" dirty="0" err="1">
                <a:solidFill>
                  <a:srgbClr val="3B3B3B"/>
                </a:solidFill>
                <a:effectLst/>
                <a:latin typeface="Menlo" panose="020B0609030804020204" pitchFamily="49" charset="0"/>
              </a:rPr>
              <a:t>obj</a:t>
            </a:r>
            <a:r>
              <a:rPr lang="it-IT" b="0" dirty="0">
                <a:solidFill>
                  <a:srgbClr val="3B3B3B"/>
                </a:solidFill>
                <a:effectLst/>
                <a:latin typeface="Menlo" panose="020B0609030804020204" pitchFamily="49" charset="0"/>
              </a:rPr>
              <a:t>) {</a:t>
            </a:r>
          </a:p>
          <a:p>
            <a:pPr>
              <a:buNone/>
            </a:pPr>
            <a:r>
              <a:rPr lang="it-IT" b="0" dirty="0">
                <a:solidFill>
                  <a:srgbClr val="AF00DB"/>
                </a:solidFill>
                <a:effectLst/>
                <a:latin typeface="Menlo" panose="020B0609030804020204" pitchFamily="49" charset="0"/>
              </a:rPr>
              <a:t>	</a:t>
            </a:r>
            <a:r>
              <a:rPr lang="it-IT" b="0" dirty="0" err="1">
                <a:solidFill>
                  <a:srgbClr val="AF00DB"/>
                </a:solidFill>
                <a:effectLst/>
                <a:latin typeface="Menlo" panose="020B0609030804020204" pitchFamily="49" charset="0"/>
              </a:rPr>
              <a:t>if</a:t>
            </a:r>
            <a:r>
              <a:rPr lang="it-IT" b="0" dirty="0">
                <a:solidFill>
                  <a:srgbClr val="3B3B3B"/>
                </a:solidFill>
                <a:effectLst/>
                <a:latin typeface="Menlo" panose="020B0609030804020204" pitchFamily="49" charset="0"/>
              </a:rPr>
              <a:t> (</a:t>
            </a:r>
            <a:r>
              <a:rPr lang="it-IT" b="0" dirty="0" err="1">
                <a:solidFill>
                  <a:srgbClr val="0000FF"/>
                </a:solidFill>
                <a:effectLst/>
                <a:latin typeface="Menlo" panose="020B0609030804020204" pitchFamily="49" charset="0"/>
              </a:rPr>
              <a:t>this</a:t>
            </a:r>
            <a:r>
              <a:rPr lang="it-IT" b="0" dirty="0">
                <a:solidFill>
                  <a:srgbClr val="3B3B3B"/>
                </a:solidFill>
                <a:effectLst/>
                <a:latin typeface="Menlo" panose="020B0609030804020204" pitchFamily="49" charset="0"/>
              </a:rPr>
              <a:t> </a:t>
            </a:r>
            <a:r>
              <a:rPr lang="it-IT" b="0" dirty="0">
                <a:solidFill>
                  <a:srgbClr val="000000"/>
                </a:solidFill>
                <a:effectLst/>
                <a:latin typeface="Menlo" panose="020B0609030804020204" pitchFamily="49" charset="0"/>
              </a:rPr>
              <a:t>==</a:t>
            </a:r>
            <a:r>
              <a:rPr lang="it-IT" b="0" dirty="0">
                <a:solidFill>
                  <a:srgbClr val="3B3B3B"/>
                </a:solidFill>
                <a:effectLst/>
                <a:latin typeface="Menlo" panose="020B0609030804020204" pitchFamily="49" charset="0"/>
              </a:rPr>
              <a:t> </a:t>
            </a:r>
            <a:r>
              <a:rPr lang="it-IT" b="0" dirty="0" err="1">
                <a:solidFill>
                  <a:srgbClr val="3B3B3B"/>
                </a:solidFill>
                <a:effectLst/>
                <a:latin typeface="Menlo" panose="020B0609030804020204" pitchFamily="49" charset="0"/>
              </a:rPr>
              <a:t>obj</a:t>
            </a:r>
            <a:r>
              <a:rPr lang="it-IT" b="0" dirty="0">
                <a:solidFill>
                  <a:srgbClr val="3B3B3B"/>
                </a:solidFill>
                <a:effectLst/>
                <a:latin typeface="Menlo" panose="020B0609030804020204" pitchFamily="49" charset="0"/>
              </a:rPr>
              <a:t>) </a:t>
            </a:r>
            <a:r>
              <a:rPr lang="it-IT" b="0" dirty="0" err="1">
                <a:solidFill>
                  <a:srgbClr val="AF00DB"/>
                </a:solidFill>
                <a:effectLst/>
                <a:latin typeface="Menlo" panose="020B0609030804020204" pitchFamily="49" charset="0"/>
              </a:rPr>
              <a:t>return</a:t>
            </a:r>
            <a:r>
              <a:rPr lang="it-IT" b="0" dirty="0">
                <a:solidFill>
                  <a:srgbClr val="3B3B3B"/>
                </a:solidFill>
                <a:effectLst/>
                <a:latin typeface="Menlo" panose="020B0609030804020204" pitchFamily="49" charset="0"/>
              </a:rPr>
              <a:t> </a:t>
            </a:r>
            <a:r>
              <a:rPr lang="it-IT" b="0" dirty="0" err="1">
                <a:solidFill>
                  <a:srgbClr val="0000FF"/>
                </a:solidFill>
                <a:effectLst/>
                <a:latin typeface="Menlo" panose="020B0609030804020204" pitchFamily="49" charset="0"/>
              </a:rPr>
              <a:t>true</a:t>
            </a:r>
            <a:r>
              <a:rPr lang="it-IT" b="0" dirty="0">
                <a:solidFill>
                  <a:srgbClr val="3B3B3B"/>
                </a:solidFill>
                <a:effectLst/>
                <a:latin typeface="Menlo" panose="020B0609030804020204" pitchFamily="49" charset="0"/>
              </a:rPr>
              <a:t>;</a:t>
            </a:r>
          </a:p>
          <a:p>
            <a:pPr>
              <a:buNone/>
            </a:pPr>
            <a:r>
              <a:rPr lang="it-IT" b="0" dirty="0">
                <a:solidFill>
                  <a:srgbClr val="AF00DB"/>
                </a:solidFill>
                <a:effectLst/>
                <a:latin typeface="Menlo" panose="020B0609030804020204" pitchFamily="49" charset="0"/>
              </a:rPr>
              <a:t>	</a:t>
            </a:r>
            <a:r>
              <a:rPr lang="it-IT" b="0" dirty="0" err="1">
                <a:solidFill>
                  <a:srgbClr val="AF00DB"/>
                </a:solidFill>
                <a:effectLst/>
                <a:latin typeface="Menlo" panose="020B0609030804020204" pitchFamily="49" charset="0"/>
              </a:rPr>
              <a:t>if</a:t>
            </a:r>
            <a:r>
              <a:rPr lang="it-IT" b="0" dirty="0">
                <a:solidFill>
                  <a:srgbClr val="3B3B3B"/>
                </a:solidFill>
                <a:effectLst/>
                <a:latin typeface="Menlo" panose="020B0609030804020204" pitchFamily="49" charset="0"/>
              </a:rPr>
              <a:t> (</a:t>
            </a:r>
            <a:r>
              <a:rPr lang="it-IT" b="0" dirty="0" err="1">
                <a:solidFill>
                  <a:srgbClr val="3B3B3B"/>
                </a:solidFill>
                <a:effectLst/>
                <a:latin typeface="Menlo" panose="020B0609030804020204" pitchFamily="49" charset="0"/>
              </a:rPr>
              <a:t>obj</a:t>
            </a:r>
            <a:r>
              <a:rPr lang="it-IT" b="0" dirty="0">
                <a:solidFill>
                  <a:srgbClr val="3B3B3B"/>
                </a:solidFill>
                <a:effectLst/>
                <a:latin typeface="Menlo" panose="020B0609030804020204" pitchFamily="49" charset="0"/>
              </a:rPr>
              <a:t> </a:t>
            </a:r>
            <a:r>
              <a:rPr lang="it-IT" b="0" dirty="0">
                <a:solidFill>
                  <a:srgbClr val="000000"/>
                </a:solidFill>
                <a:effectLst/>
                <a:latin typeface="Menlo" panose="020B0609030804020204" pitchFamily="49" charset="0"/>
              </a:rPr>
              <a:t>==</a:t>
            </a:r>
            <a:r>
              <a:rPr lang="it-IT" b="0" dirty="0">
                <a:solidFill>
                  <a:srgbClr val="3B3B3B"/>
                </a:solidFill>
                <a:effectLst/>
                <a:latin typeface="Menlo" panose="020B0609030804020204" pitchFamily="49" charset="0"/>
              </a:rPr>
              <a:t> </a:t>
            </a:r>
            <a:r>
              <a:rPr lang="it-IT" b="0" dirty="0" err="1">
                <a:solidFill>
                  <a:srgbClr val="0000FF"/>
                </a:solidFill>
                <a:effectLst/>
                <a:latin typeface="Menlo" panose="020B0609030804020204" pitchFamily="49" charset="0"/>
              </a:rPr>
              <a:t>null</a:t>
            </a:r>
            <a:r>
              <a:rPr lang="it-IT" b="0" dirty="0">
                <a:solidFill>
                  <a:srgbClr val="3B3B3B"/>
                </a:solidFill>
                <a:effectLst/>
                <a:latin typeface="Menlo" panose="020B0609030804020204" pitchFamily="49" charset="0"/>
              </a:rPr>
              <a:t> </a:t>
            </a:r>
            <a:r>
              <a:rPr lang="it-IT" b="0" dirty="0">
                <a:solidFill>
                  <a:srgbClr val="000000"/>
                </a:solidFill>
                <a:effectLst/>
                <a:latin typeface="Menlo" panose="020B0609030804020204" pitchFamily="49" charset="0"/>
              </a:rPr>
              <a:t>||</a:t>
            </a:r>
            <a:r>
              <a:rPr lang="it-IT" b="0" dirty="0">
                <a:solidFill>
                  <a:srgbClr val="3B3B3B"/>
                </a:solidFill>
                <a:effectLst/>
                <a:latin typeface="Menlo" panose="020B0609030804020204" pitchFamily="49" charset="0"/>
              </a:rPr>
              <a:t> </a:t>
            </a:r>
            <a:r>
              <a:rPr lang="it-IT" b="0" dirty="0" err="1">
                <a:solidFill>
                  <a:srgbClr val="795E26"/>
                </a:solidFill>
                <a:effectLst/>
                <a:latin typeface="Menlo" panose="020B0609030804020204" pitchFamily="49" charset="0"/>
              </a:rPr>
              <a:t>getClass</a:t>
            </a:r>
            <a:r>
              <a:rPr lang="it-IT" b="0" dirty="0">
                <a:solidFill>
                  <a:srgbClr val="3B3B3B"/>
                </a:solidFill>
                <a:effectLst/>
                <a:latin typeface="Menlo" panose="020B0609030804020204" pitchFamily="49" charset="0"/>
              </a:rPr>
              <a:t>() </a:t>
            </a:r>
            <a:r>
              <a:rPr lang="it-IT" b="0" dirty="0">
                <a:solidFill>
                  <a:srgbClr val="000000"/>
                </a:solidFill>
                <a:effectLst/>
                <a:latin typeface="Menlo" panose="020B0609030804020204" pitchFamily="49" charset="0"/>
              </a:rPr>
              <a:t>!=</a:t>
            </a:r>
            <a:r>
              <a:rPr lang="it-IT" b="0" dirty="0">
                <a:solidFill>
                  <a:srgbClr val="3B3B3B"/>
                </a:solidFill>
                <a:effectLst/>
                <a:latin typeface="Menlo" panose="020B0609030804020204" pitchFamily="49" charset="0"/>
              </a:rPr>
              <a:t> </a:t>
            </a:r>
            <a:r>
              <a:rPr lang="it-IT" b="0" dirty="0" err="1">
                <a:solidFill>
                  <a:srgbClr val="001080"/>
                </a:solidFill>
                <a:effectLst/>
                <a:latin typeface="Menlo" panose="020B0609030804020204" pitchFamily="49" charset="0"/>
              </a:rPr>
              <a:t>obj</a:t>
            </a:r>
            <a:r>
              <a:rPr lang="it-IT" b="0" dirty="0" err="1">
                <a:solidFill>
                  <a:srgbClr val="3B3B3B"/>
                </a:solidFill>
                <a:effectLst/>
                <a:latin typeface="Menlo" panose="020B0609030804020204" pitchFamily="49" charset="0"/>
              </a:rPr>
              <a:t>.</a:t>
            </a:r>
            <a:r>
              <a:rPr lang="it-IT" b="0" dirty="0" err="1">
                <a:solidFill>
                  <a:srgbClr val="795E26"/>
                </a:solidFill>
                <a:effectLst/>
                <a:latin typeface="Menlo" panose="020B0609030804020204" pitchFamily="49" charset="0"/>
              </a:rPr>
              <a:t>getClass</a:t>
            </a:r>
            <a:r>
              <a:rPr lang="it-IT" b="0" dirty="0">
                <a:solidFill>
                  <a:srgbClr val="3B3B3B"/>
                </a:solidFill>
                <a:effectLst/>
                <a:latin typeface="Menlo" panose="020B0609030804020204" pitchFamily="49" charset="0"/>
              </a:rPr>
              <a:t>()) 	</a:t>
            </a:r>
            <a:r>
              <a:rPr lang="it-IT" b="0" dirty="0" err="1">
                <a:solidFill>
                  <a:srgbClr val="AF00DB"/>
                </a:solidFill>
                <a:effectLst/>
                <a:latin typeface="Menlo" panose="020B0609030804020204" pitchFamily="49" charset="0"/>
              </a:rPr>
              <a:t>return</a:t>
            </a:r>
            <a:r>
              <a:rPr lang="it-IT" b="0" dirty="0">
                <a:solidFill>
                  <a:srgbClr val="3B3B3B"/>
                </a:solidFill>
                <a:effectLst/>
                <a:latin typeface="Menlo" panose="020B0609030804020204" pitchFamily="49" charset="0"/>
              </a:rPr>
              <a:t> </a:t>
            </a:r>
            <a:r>
              <a:rPr lang="it-IT" b="0" dirty="0">
                <a:solidFill>
                  <a:srgbClr val="0000FF"/>
                </a:solidFill>
                <a:effectLst/>
                <a:latin typeface="Menlo" panose="020B0609030804020204" pitchFamily="49" charset="0"/>
              </a:rPr>
              <a:t>false</a:t>
            </a:r>
            <a:r>
              <a:rPr lang="it-IT" b="0" dirty="0">
                <a:solidFill>
                  <a:srgbClr val="3B3B3B"/>
                </a:solidFill>
                <a:effectLst/>
                <a:latin typeface="Menlo" panose="020B0609030804020204" pitchFamily="49" charset="0"/>
              </a:rPr>
              <a:t>;</a:t>
            </a:r>
          </a:p>
          <a:p>
            <a:pPr>
              <a:buNone/>
            </a:pPr>
            <a:br>
              <a:rPr lang="it-IT" b="0" dirty="0">
                <a:solidFill>
                  <a:srgbClr val="3B3B3B"/>
                </a:solidFill>
                <a:effectLst/>
                <a:latin typeface="Menlo" panose="020B0609030804020204" pitchFamily="49" charset="0"/>
              </a:rPr>
            </a:br>
            <a:r>
              <a:rPr lang="it-IT" b="0" dirty="0">
                <a:solidFill>
                  <a:srgbClr val="3B3B3B"/>
                </a:solidFill>
                <a:effectLst/>
                <a:latin typeface="Menlo" panose="020B0609030804020204" pitchFamily="49" charset="0"/>
              </a:rPr>
              <a:t>	</a:t>
            </a:r>
            <a:r>
              <a:rPr lang="it-IT" b="0" dirty="0" err="1">
                <a:solidFill>
                  <a:srgbClr val="267F99"/>
                </a:solidFill>
                <a:effectLst/>
                <a:latin typeface="Menlo" panose="020B0609030804020204" pitchFamily="49" charset="0"/>
              </a:rPr>
              <a:t>Complex</a:t>
            </a:r>
            <a:r>
              <a:rPr lang="it-IT" b="0" dirty="0">
                <a:solidFill>
                  <a:srgbClr val="3B3B3B"/>
                </a:solidFill>
                <a:effectLst/>
                <a:latin typeface="Menlo" panose="020B0609030804020204" pitchFamily="49" charset="0"/>
              </a:rPr>
              <a:t> </a:t>
            </a:r>
            <a:r>
              <a:rPr lang="it-IT" b="0" dirty="0" err="1">
                <a:solidFill>
                  <a:srgbClr val="001080"/>
                </a:solidFill>
                <a:effectLst/>
                <a:latin typeface="Menlo" panose="020B0609030804020204" pitchFamily="49" charset="0"/>
              </a:rPr>
              <a:t>other</a:t>
            </a:r>
            <a:r>
              <a:rPr lang="it-IT" b="0" dirty="0">
                <a:solidFill>
                  <a:srgbClr val="3B3B3B"/>
                </a:solidFill>
                <a:effectLst/>
                <a:latin typeface="Menlo" panose="020B0609030804020204" pitchFamily="49" charset="0"/>
              </a:rPr>
              <a:t> </a:t>
            </a:r>
            <a:r>
              <a:rPr lang="it-IT" b="0" dirty="0">
                <a:solidFill>
                  <a:srgbClr val="000000"/>
                </a:solidFill>
                <a:effectLst/>
                <a:latin typeface="Menlo" panose="020B0609030804020204" pitchFamily="49" charset="0"/>
              </a:rPr>
              <a:t>=</a:t>
            </a:r>
            <a:r>
              <a:rPr lang="it-IT" b="0" dirty="0">
                <a:solidFill>
                  <a:srgbClr val="3B3B3B"/>
                </a:solidFill>
                <a:effectLst/>
                <a:latin typeface="Menlo" panose="020B0609030804020204" pitchFamily="49" charset="0"/>
              </a:rPr>
              <a:t> (</a:t>
            </a:r>
            <a:r>
              <a:rPr lang="it-IT" b="0" dirty="0" err="1">
                <a:solidFill>
                  <a:srgbClr val="3B3B3B"/>
                </a:solidFill>
                <a:effectLst/>
                <a:latin typeface="Menlo" panose="020B0609030804020204" pitchFamily="49" charset="0"/>
              </a:rPr>
              <a:t>Complex</a:t>
            </a:r>
            <a:r>
              <a:rPr lang="it-IT" b="0" dirty="0">
                <a:solidFill>
                  <a:srgbClr val="3B3B3B"/>
                </a:solidFill>
                <a:effectLst/>
                <a:latin typeface="Menlo" panose="020B0609030804020204" pitchFamily="49" charset="0"/>
              </a:rPr>
              <a:t>) </a:t>
            </a:r>
            <a:r>
              <a:rPr lang="it-IT" b="0" dirty="0" err="1">
                <a:solidFill>
                  <a:srgbClr val="3B3B3B"/>
                </a:solidFill>
                <a:effectLst/>
                <a:latin typeface="Menlo" panose="020B0609030804020204" pitchFamily="49" charset="0"/>
              </a:rPr>
              <a:t>obj</a:t>
            </a:r>
            <a:r>
              <a:rPr lang="it-IT" b="0" dirty="0">
                <a:solidFill>
                  <a:srgbClr val="3B3B3B"/>
                </a:solidFill>
                <a:effectLst/>
                <a:latin typeface="Menlo" panose="020B0609030804020204" pitchFamily="49" charset="0"/>
              </a:rPr>
              <a:t>;</a:t>
            </a:r>
          </a:p>
          <a:p>
            <a:pPr>
              <a:buNone/>
            </a:pPr>
            <a:r>
              <a:rPr lang="it-IT" b="0" dirty="0">
                <a:solidFill>
                  <a:srgbClr val="AF00DB"/>
                </a:solidFill>
                <a:effectLst/>
                <a:latin typeface="Menlo" panose="020B0609030804020204" pitchFamily="49" charset="0"/>
              </a:rPr>
              <a:t>	</a:t>
            </a:r>
            <a:r>
              <a:rPr lang="it-IT" b="0" dirty="0" err="1">
                <a:solidFill>
                  <a:srgbClr val="AF00DB"/>
                </a:solidFill>
                <a:effectLst/>
                <a:latin typeface="Menlo" panose="020B0609030804020204" pitchFamily="49" charset="0"/>
              </a:rPr>
              <a:t>return</a:t>
            </a:r>
            <a:r>
              <a:rPr lang="it-IT" b="0" dirty="0">
                <a:solidFill>
                  <a:srgbClr val="3B3B3B"/>
                </a:solidFill>
                <a:effectLst/>
                <a:latin typeface="Menlo" panose="020B0609030804020204" pitchFamily="49" charset="0"/>
              </a:rPr>
              <a:t> </a:t>
            </a:r>
            <a:r>
              <a:rPr lang="it-IT" b="0" dirty="0" err="1">
                <a:solidFill>
                  <a:srgbClr val="001080"/>
                </a:solidFill>
                <a:effectLst/>
                <a:latin typeface="Menlo" panose="020B0609030804020204" pitchFamily="49" charset="0"/>
              </a:rPr>
              <a:t>Double</a:t>
            </a:r>
            <a:r>
              <a:rPr lang="it-IT" b="0" dirty="0" err="1">
                <a:solidFill>
                  <a:srgbClr val="3B3B3B"/>
                </a:solidFill>
                <a:effectLst/>
                <a:latin typeface="Menlo" panose="020B0609030804020204" pitchFamily="49" charset="0"/>
              </a:rPr>
              <a:t>.</a:t>
            </a:r>
            <a:r>
              <a:rPr lang="it-IT" b="0" dirty="0" err="1">
                <a:solidFill>
                  <a:srgbClr val="795E26"/>
                </a:solidFill>
                <a:effectLst/>
                <a:latin typeface="Menlo" panose="020B0609030804020204" pitchFamily="49" charset="0"/>
              </a:rPr>
              <a:t>compare</a:t>
            </a:r>
            <a:r>
              <a:rPr lang="it-IT" b="0" dirty="0">
                <a:solidFill>
                  <a:srgbClr val="3B3B3B"/>
                </a:solidFill>
                <a:effectLst/>
                <a:latin typeface="Menlo" panose="020B0609030804020204" pitchFamily="49" charset="0"/>
              </a:rPr>
              <a:t>(</a:t>
            </a:r>
            <a:r>
              <a:rPr lang="it-IT" b="0" dirty="0" err="1">
                <a:solidFill>
                  <a:srgbClr val="0000FF"/>
                </a:solidFill>
                <a:effectLst/>
                <a:latin typeface="Menlo" panose="020B0609030804020204" pitchFamily="49" charset="0"/>
              </a:rPr>
              <a:t>this</a:t>
            </a:r>
            <a:r>
              <a:rPr lang="it-IT" b="0" dirty="0" err="1">
                <a:solidFill>
                  <a:srgbClr val="3B3B3B"/>
                </a:solidFill>
                <a:effectLst/>
                <a:latin typeface="Menlo" panose="020B0609030804020204" pitchFamily="49" charset="0"/>
              </a:rPr>
              <a:t>.</a:t>
            </a:r>
            <a:r>
              <a:rPr lang="it-IT" b="0" dirty="0" err="1">
                <a:solidFill>
                  <a:srgbClr val="001080"/>
                </a:solidFill>
                <a:effectLst/>
                <a:latin typeface="Menlo" panose="020B0609030804020204" pitchFamily="49" charset="0"/>
              </a:rPr>
              <a:t>Re</a:t>
            </a:r>
            <a:r>
              <a:rPr lang="it-IT" b="0" dirty="0">
                <a:solidFill>
                  <a:srgbClr val="3B3B3B"/>
                </a:solidFill>
                <a:effectLst/>
                <a:latin typeface="Menlo" panose="020B0609030804020204" pitchFamily="49" charset="0"/>
              </a:rPr>
              <a:t>, </a:t>
            </a:r>
            <a:r>
              <a:rPr lang="it-IT" b="0" dirty="0" err="1">
                <a:solidFill>
                  <a:srgbClr val="001080"/>
                </a:solidFill>
                <a:effectLst/>
                <a:latin typeface="Menlo" panose="020B0609030804020204" pitchFamily="49" charset="0"/>
              </a:rPr>
              <a:t>other</a:t>
            </a:r>
            <a:r>
              <a:rPr lang="it-IT" b="0" dirty="0" err="1">
                <a:solidFill>
                  <a:srgbClr val="3B3B3B"/>
                </a:solidFill>
                <a:effectLst/>
                <a:latin typeface="Menlo" panose="020B0609030804020204" pitchFamily="49" charset="0"/>
              </a:rPr>
              <a:t>.</a:t>
            </a:r>
            <a:r>
              <a:rPr lang="it-IT" b="0" dirty="0" err="1">
                <a:solidFill>
                  <a:srgbClr val="001080"/>
                </a:solidFill>
                <a:effectLst/>
                <a:latin typeface="Menlo" panose="020B0609030804020204" pitchFamily="49" charset="0"/>
              </a:rPr>
              <a:t>Re</a:t>
            </a:r>
            <a:r>
              <a:rPr lang="it-IT" b="0" dirty="0">
                <a:solidFill>
                  <a:srgbClr val="3B3B3B"/>
                </a:solidFill>
                <a:effectLst/>
                <a:latin typeface="Menlo" panose="020B0609030804020204" pitchFamily="49" charset="0"/>
              </a:rPr>
              <a:t>) </a:t>
            </a:r>
            <a:r>
              <a:rPr lang="it-IT" b="0" dirty="0">
                <a:solidFill>
                  <a:srgbClr val="000000"/>
                </a:solidFill>
                <a:effectLst/>
                <a:latin typeface="Menlo" panose="020B0609030804020204" pitchFamily="49" charset="0"/>
              </a:rPr>
              <a:t>==</a:t>
            </a:r>
            <a:r>
              <a:rPr lang="it-IT" b="0" dirty="0">
                <a:solidFill>
                  <a:srgbClr val="3B3B3B"/>
                </a:solidFill>
                <a:effectLst/>
                <a:latin typeface="Menlo" panose="020B0609030804020204" pitchFamily="49" charset="0"/>
              </a:rPr>
              <a:t> </a:t>
            </a:r>
            <a:r>
              <a:rPr lang="it-IT" b="0" dirty="0">
                <a:solidFill>
                  <a:srgbClr val="098658"/>
                </a:solidFill>
                <a:effectLst/>
                <a:latin typeface="Menlo" panose="020B0609030804020204" pitchFamily="49" charset="0"/>
              </a:rPr>
              <a:t>0</a:t>
            </a:r>
            <a:r>
              <a:rPr lang="it-IT" b="0" dirty="0">
                <a:solidFill>
                  <a:srgbClr val="3B3B3B"/>
                </a:solidFill>
                <a:effectLst/>
                <a:latin typeface="Menlo" panose="020B0609030804020204" pitchFamily="49" charset="0"/>
              </a:rPr>
              <a:t> </a:t>
            </a:r>
            <a:r>
              <a:rPr lang="it-IT" b="0" dirty="0">
                <a:solidFill>
                  <a:srgbClr val="000000"/>
                </a:solidFill>
                <a:effectLst/>
                <a:latin typeface="Menlo" panose="020B0609030804020204" pitchFamily="49" charset="0"/>
              </a:rPr>
              <a:t>&amp;&amp;</a:t>
            </a:r>
            <a:endParaRPr lang="it-IT" b="0" dirty="0">
              <a:solidFill>
                <a:srgbClr val="3B3B3B"/>
              </a:solidFill>
              <a:effectLst/>
              <a:latin typeface="Menlo" panose="020B0609030804020204" pitchFamily="49" charset="0"/>
            </a:endParaRPr>
          </a:p>
          <a:p>
            <a:pPr>
              <a:buNone/>
            </a:pPr>
            <a:r>
              <a:rPr lang="it-IT" b="0" dirty="0">
                <a:solidFill>
                  <a:srgbClr val="001080"/>
                </a:solidFill>
                <a:effectLst/>
                <a:latin typeface="Menlo" panose="020B0609030804020204" pitchFamily="49" charset="0"/>
              </a:rPr>
              <a:t>	</a:t>
            </a:r>
            <a:r>
              <a:rPr lang="it-IT" b="0" dirty="0" err="1">
                <a:solidFill>
                  <a:srgbClr val="001080"/>
                </a:solidFill>
                <a:effectLst/>
                <a:latin typeface="Menlo" panose="020B0609030804020204" pitchFamily="49" charset="0"/>
              </a:rPr>
              <a:t>Double</a:t>
            </a:r>
            <a:r>
              <a:rPr lang="it-IT" b="0" dirty="0" err="1">
                <a:solidFill>
                  <a:srgbClr val="3B3B3B"/>
                </a:solidFill>
                <a:effectLst/>
                <a:latin typeface="Menlo" panose="020B0609030804020204" pitchFamily="49" charset="0"/>
              </a:rPr>
              <a:t>.</a:t>
            </a:r>
            <a:r>
              <a:rPr lang="it-IT" b="0" dirty="0" err="1">
                <a:solidFill>
                  <a:srgbClr val="795E26"/>
                </a:solidFill>
                <a:effectLst/>
                <a:latin typeface="Menlo" panose="020B0609030804020204" pitchFamily="49" charset="0"/>
              </a:rPr>
              <a:t>compare</a:t>
            </a:r>
            <a:r>
              <a:rPr lang="it-IT" b="0" dirty="0">
                <a:solidFill>
                  <a:srgbClr val="3B3B3B"/>
                </a:solidFill>
                <a:effectLst/>
                <a:latin typeface="Menlo" panose="020B0609030804020204" pitchFamily="49" charset="0"/>
              </a:rPr>
              <a:t>(</a:t>
            </a:r>
            <a:r>
              <a:rPr lang="it-IT" b="0" dirty="0" err="1">
                <a:solidFill>
                  <a:srgbClr val="0000FF"/>
                </a:solidFill>
                <a:effectLst/>
                <a:latin typeface="Menlo" panose="020B0609030804020204" pitchFamily="49" charset="0"/>
              </a:rPr>
              <a:t>this</a:t>
            </a:r>
            <a:r>
              <a:rPr lang="it-IT" b="0" dirty="0" err="1">
                <a:solidFill>
                  <a:srgbClr val="3B3B3B"/>
                </a:solidFill>
                <a:effectLst/>
                <a:latin typeface="Menlo" panose="020B0609030804020204" pitchFamily="49" charset="0"/>
              </a:rPr>
              <a:t>.</a:t>
            </a:r>
            <a:r>
              <a:rPr lang="it-IT" b="0" dirty="0" err="1">
                <a:solidFill>
                  <a:srgbClr val="001080"/>
                </a:solidFill>
                <a:effectLst/>
                <a:latin typeface="Menlo" panose="020B0609030804020204" pitchFamily="49" charset="0"/>
              </a:rPr>
              <a:t>Imm</a:t>
            </a:r>
            <a:r>
              <a:rPr lang="it-IT" b="0" dirty="0">
                <a:solidFill>
                  <a:srgbClr val="3B3B3B"/>
                </a:solidFill>
                <a:effectLst/>
                <a:latin typeface="Menlo" panose="020B0609030804020204" pitchFamily="49" charset="0"/>
              </a:rPr>
              <a:t>, </a:t>
            </a:r>
            <a:r>
              <a:rPr lang="it-IT" b="0" dirty="0" err="1">
                <a:solidFill>
                  <a:srgbClr val="001080"/>
                </a:solidFill>
                <a:effectLst/>
                <a:latin typeface="Menlo" panose="020B0609030804020204" pitchFamily="49" charset="0"/>
              </a:rPr>
              <a:t>other</a:t>
            </a:r>
            <a:r>
              <a:rPr lang="it-IT" b="0" dirty="0" err="1">
                <a:solidFill>
                  <a:srgbClr val="3B3B3B"/>
                </a:solidFill>
                <a:effectLst/>
                <a:latin typeface="Menlo" panose="020B0609030804020204" pitchFamily="49" charset="0"/>
              </a:rPr>
              <a:t>.</a:t>
            </a:r>
            <a:r>
              <a:rPr lang="it-IT" b="0" dirty="0" err="1">
                <a:solidFill>
                  <a:srgbClr val="001080"/>
                </a:solidFill>
                <a:effectLst/>
                <a:latin typeface="Menlo" panose="020B0609030804020204" pitchFamily="49" charset="0"/>
              </a:rPr>
              <a:t>Imm</a:t>
            </a:r>
            <a:r>
              <a:rPr lang="it-IT" b="0" dirty="0">
                <a:solidFill>
                  <a:srgbClr val="3B3B3B"/>
                </a:solidFill>
                <a:effectLst/>
                <a:latin typeface="Menlo" panose="020B0609030804020204" pitchFamily="49" charset="0"/>
              </a:rPr>
              <a:t>) </a:t>
            </a:r>
            <a:r>
              <a:rPr lang="it-IT" b="0" dirty="0">
                <a:solidFill>
                  <a:srgbClr val="000000"/>
                </a:solidFill>
                <a:effectLst/>
                <a:latin typeface="Menlo" panose="020B0609030804020204" pitchFamily="49" charset="0"/>
              </a:rPr>
              <a:t>==</a:t>
            </a:r>
            <a:r>
              <a:rPr lang="it-IT" b="0" dirty="0">
                <a:solidFill>
                  <a:srgbClr val="3B3B3B"/>
                </a:solidFill>
                <a:effectLst/>
                <a:latin typeface="Menlo" panose="020B0609030804020204" pitchFamily="49" charset="0"/>
              </a:rPr>
              <a:t> </a:t>
            </a:r>
            <a:r>
              <a:rPr lang="it-IT" b="0" dirty="0">
                <a:solidFill>
                  <a:srgbClr val="098658"/>
                </a:solidFill>
                <a:effectLst/>
                <a:latin typeface="Menlo" panose="020B0609030804020204" pitchFamily="49" charset="0"/>
              </a:rPr>
              <a:t>0</a:t>
            </a:r>
            <a:r>
              <a:rPr lang="it-IT" b="0" dirty="0">
                <a:solidFill>
                  <a:srgbClr val="3B3B3B"/>
                </a:solidFill>
                <a:effectLst/>
                <a:latin typeface="Menlo" panose="020B0609030804020204" pitchFamily="49" charset="0"/>
              </a:rPr>
              <a:t>;</a:t>
            </a:r>
          </a:p>
          <a:p>
            <a:r>
              <a:rPr lang="it-IT" b="0" dirty="0">
                <a:solidFill>
                  <a:srgbClr val="3B3B3B"/>
                </a:solidFill>
                <a:effectLst/>
                <a:latin typeface="Menlo" panose="020B0609030804020204" pitchFamily="49" charset="0"/>
              </a:rPr>
              <a:t>}</a:t>
            </a:r>
          </a:p>
        </p:txBody>
      </p:sp>
    </p:spTree>
    <p:extLst>
      <p:ext uri="{BB962C8B-B14F-4D97-AF65-F5344CB8AC3E}">
        <p14:creationId xmlns:p14="http://schemas.microsoft.com/office/powerpoint/2010/main" val="1063282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19BD429-B2BD-F1EA-6659-AA93C95E77D9}"/>
              </a:ext>
            </a:extLst>
          </p:cNvPr>
          <p:cNvSpPr>
            <a:spLocks noGrp="1"/>
          </p:cNvSpPr>
          <p:nvPr>
            <p:ph type="title"/>
          </p:nvPr>
        </p:nvSpPr>
        <p:spPr/>
        <p:txBody>
          <a:bodyPr/>
          <a:lstStyle/>
          <a:p>
            <a:r>
              <a:rPr lang="it-IT" dirty="0"/>
              <a:t>Metodo </a:t>
            </a:r>
            <a:r>
              <a:rPr lang="it-IT" dirty="0" err="1"/>
              <a:t>hashCode</a:t>
            </a:r>
            <a:r>
              <a:rPr lang="it-IT" dirty="0"/>
              <a:t>() e la sua relazione con </a:t>
            </a:r>
            <a:r>
              <a:rPr lang="it-IT" dirty="0" err="1"/>
              <a:t>equals</a:t>
            </a:r>
            <a:r>
              <a:rPr lang="it-IT" dirty="0"/>
              <a:t>()</a:t>
            </a:r>
            <a:endParaRPr lang="en-US" dirty="0"/>
          </a:p>
        </p:txBody>
      </p:sp>
      <p:sp>
        <p:nvSpPr>
          <p:cNvPr id="3" name="Segnaposto contenuto 2">
            <a:extLst>
              <a:ext uri="{FF2B5EF4-FFF2-40B4-BE49-F238E27FC236}">
                <a16:creationId xmlns:a16="http://schemas.microsoft.com/office/drawing/2014/main" id="{A3AF7889-0F3D-4AC7-062F-E4A55E472996}"/>
              </a:ext>
            </a:extLst>
          </p:cNvPr>
          <p:cNvSpPr>
            <a:spLocks noGrp="1"/>
          </p:cNvSpPr>
          <p:nvPr>
            <p:ph idx="1"/>
          </p:nvPr>
        </p:nvSpPr>
        <p:spPr/>
        <p:txBody>
          <a:bodyPr/>
          <a:lstStyle/>
          <a:p>
            <a:pPr>
              <a:buFont typeface="Arial" panose="020B0604020202020204" pitchFamily="34" charset="0"/>
              <a:buChar char="•"/>
            </a:pPr>
            <a:r>
              <a:rPr lang="it-IT" dirty="0"/>
              <a:t>Ogni oggetto in Java ha un metodo </a:t>
            </a:r>
            <a:r>
              <a:rPr lang="it-IT" dirty="0" err="1"/>
              <a:t>hashCode</a:t>
            </a:r>
            <a:r>
              <a:rPr lang="it-IT" dirty="0"/>
              <a:t>() ereditato da Object.</a:t>
            </a:r>
          </a:p>
          <a:p>
            <a:pPr>
              <a:buFont typeface="Arial" panose="020B0604020202020204" pitchFamily="34" charset="0"/>
              <a:buChar char="•"/>
            </a:pPr>
            <a:r>
              <a:rPr lang="it-IT" dirty="0"/>
              <a:t>Il valore restituito è un intero che rappresenta l’</a:t>
            </a:r>
            <a:r>
              <a:rPr lang="it-IT" b="1" dirty="0"/>
              <a:t>identità </a:t>
            </a:r>
            <a:r>
              <a:rPr lang="it-IT" b="1" dirty="0" err="1"/>
              <a:t>hash</a:t>
            </a:r>
            <a:r>
              <a:rPr lang="it-IT" dirty="0"/>
              <a:t> dell’oggetto.</a:t>
            </a:r>
          </a:p>
          <a:p>
            <a:pPr>
              <a:buFont typeface="Arial" panose="020B0604020202020204" pitchFamily="34" charset="0"/>
              <a:buChar char="•"/>
            </a:pPr>
            <a:r>
              <a:rPr lang="it-IT" dirty="0"/>
              <a:t>Le classi che ridefiniscono </a:t>
            </a:r>
            <a:r>
              <a:rPr lang="it-IT" dirty="0" err="1"/>
              <a:t>equals</a:t>
            </a:r>
            <a:r>
              <a:rPr lang="it-IT" dirty="0"/>
              <a:t>() </a:t>
            </a:r>
            <a:r>
              <a:rPr lang="it-IT" b="1" dirty="0"/>
              <a:t>devono anche ridefinire </a:t>
            </a:r>
            <a:r>
              <a:rPr lang="it-IT" b="1" dirty="0" err="1"/>
              <a:t>hashCode</a:t>
            </a:r>
            <a:r>
              <a:rPr lang="it-IT" b="1" dirty="0"/>
              <a:t>()</a:t>
            </a:r>
            <a:r>
              <a:rPr lang="it-IT" dirty="0"/>
              <a:t> per garantire coerenza.</a:t>
            </a:r>
          </a:p>
        </p:txBody>
      </p:sp>
    </p:spTree>
    <p:extLst>
      <p:ext uri="{BB962C8B-B14F-4D97-AF65-F5344CB8AC3E}">
        <p14:creationId xmlns:p14="http://schemas.microsoft.com/office/powerpoint/2010/main" val="37404231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459336-CE06-2A72-E3D8-9D4644431122}"/>
              </a:ext>
            </a:extLst>
          </p:cNvPr>
          <p:cNvSpPr>
            <a:spLocks noGrp="1"/>
          </p:cNvSpPr>
          <p:nvPr>
            <p:ph type="title"/>
          </p:nvPr>
        </p:nvSpPr>
        <p:spPr/>
        <p:txBody>
          <a:bodyPr/>
          <a:lstStyle/>
          <a:p>
            <a:r>
              <a:rPr lang="it-IT" dirty="0"/>
              <a:t>Regola fondamentale</a:t>
            </a:r>
            <a:endParaRPr lang="en-US" dirty="0"/>
          </a:p>
        </p:txBody>
      </p:sp>
      <p:sp>
        <p:nvSpPr>
          <p:cNvPr id="3" name="Segnaposto contenuto 2">
            <a:extLst>
              <a:ext uri="{FF2B5EF4-FFF2-40B4-BE49-F238E27FC236}">
                <a16:creationId xmlns:a16="http://schemas.microsoft.com/office/drawing/2014/main" id="{E1FAE950-25F3-B51A-7F82-4A8F4A4E1A2E}"/>
              </a:ext>
            </a:extLst>
          </p:cNvPr>
          <p:cNvSpPr>
            <a:spLocks noGrp="1"/>
          </p:cNvSpPr>
          <p:nvPr>
            <p:ph idx="1"/>
          </p:nvPr>
        </p:nvSpPr>
        <p:spPr/>
        <p:txBody>
          <a:bodyPr/>
          <a:lstStyle/>
          <a:p>
            <a:r>
              <a:rPr lang="it-IT" b="1" dirty="0"/>
              <a:t>Se </a:t>
            </a:r>
            <a:r>
              <a:rPr lang="it-IT" b="1" dirty="0" err="1"/>
              <a:t>a.equals</a:t>
            </a:r>
            <a:r>
              <a:rPr lang="it-IT" b="1" dirty="0"/>
              <a:t>(b) è </a:t>
            </a:r>
            <a:r>
              <a:rPr lang="it-IT" b="1" dirty="0" err="1"/>
              <a:t>true</a:t>
            </a:r>
            <a:r>
              <a:rPr lang="it-IT" b="1" dirty="0"/>
              <a:t>, allora </a:t>
            </a:r>
            <a:r>
              <a:rPr lang="it-IT" b="1" dirty="0" err="1"/>
              <a:t>a.hashCode</a:t>
            </a:r>
            <a:r>
              <a:rPr lang="it-IT" b="1" dirty="0"/>
              <a:t>() == </a:t>
            </a:r>
            <a:r>
              <a:rPr lang="it-IT" b="1" dirty="0" err="1"/>
              <a:t>b.hashCode</a:t>
            </a:r>
            <a:r>
              <a:rPr lang="it-IT" b="1" dirty="0"/>
              <a:t>() deve essere vero.</a:t>
            </a:r>
            <a:br>
              <a:rPr lang="it-IT" dirty="0"/>
            </a:br>
            <a:r>
              <a:rPr lang="it-IT" dirty="0"/>
              <a:t>(Il contrario non è necessariamente vero)</a:t>
            </a:r>
          </a:p>
          <a:p>
            <a:pPr lvl="1"/>
            <a:r>
              <a:rPr lang="it-IT" dirty="0"/>
              <a:t>Perché </a:t>
            </a:r>
            <a:r>
              <a:rPr lang="it-IT" b="1" dirty="0"/>
              <a:t>due oggetti diversi possono avere lo stesso </a:t>
            </a:r>
            <a:r>
              <a:rPr lang="it-IT" b="1" dirty="0" err="1"/>
              <a:t>hashCode</a:t>
            </a:r>
            <a:r>
              <a:rPr lang="it-IT" dirty="0"/>
              <a:t>, semplicemente perché ci sono </a:t>
            </a:r>
            <a:r>
              <a:rPr lang="it-IT" b="1" dirty="0"/>
              <a:t>molti oggetti possibili ma solo 2³² valori di </a:t>
            </a:r>
            <a:r>
              <a:rPr lang="it-IT" b="1" dirty="0" err="1"/>
              <a:t>int</a:t>
            </a:r>
            <a:r>
              <a:rPr lang="it-IT" dirty="0"/>
              <a:t> disponibili per </a:t>
            </a:r>
            <a:r>
              <a:rPr lang="it-IT" dirty="0" err="1"/>
              <a:t>hashCode</a:t>
            </a:r>
            <a:r>
              <a:rPr lang="it-IT" dirty="0"/>
              <a:t>().</a:t>
            </a:r>
          </a:p>
          <a:p>
            <a:pPr lvl="1"/>
            <a:r>
              <a:rPr lang="it-IT" dirty="0"/>
              <a:t>Questo fenomeno si chiama </a:t>
            </a:r>
            <a:r>
              <a:rPr lang="it-IT" b="1" dirty="0"/>
              <a:t>collisione di </a:t>
            </a:r>
            <a:r>
              <a:rPr lang="it-IT" b="1" dirty="0" err="1"/>
              <a:t>hash</a:t>
            </a:r>
            <a:r>
              <a:rPr lang="it-IT" dirty="0"/>
              <a:t>.</a:t>
            </a:r>
          </a:p>
          <a:p>
            <a:endParaRPr lang="en-US" dirty="0"/>
          </a:p>
        </p:txBody>
      </p:sp>
    </p:spTree>
    <p:extLst>
      <p:ext uri="{BB962C8B-B14F-4D97-AF65-F5344CB8AC3E}">
        <p14:creationId xmlns:p14="http://schemas.microsoft.com/office/powerpoint/2010/main" val="1442809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CA0E21C-A40A-C3B7-6BC3-C001DE2834A9}"/>
              </a:ext>
            </a:extLst>
          </p:cNvPr>
          <p:cNvSpPr>
            <a:spLocks noGrp="1"/>
          </p:cNvSpPr>
          <p:nvPr>
            <p:ph type="title"/>
          </p:nvPr>
        </p:nvSpPr>
        <p:spPr/>
        <p:txBody>
          <a:bodyPr/>
          <a:lstStyle/>
          <a:p>
            <a:r>
              <a:rPr lang="it-IT" dirty="0"/>
              <a:t>Cosa succede se NON si ridefinisce </a:t>
            </a:r>
            <a:r>
              <a:rPr lang="it-IT" dirty="0" err="1"/>
              <a:t>hashCode</a:t>
            </a:r>
            <a:r>
              <a:rPr lang="it-IT" dirty="0"/>
              <a:t>()?</a:t>
            </a:r>
            <a:endParaRPr lang="en-US" dirty="0"/>
          </a:p>
        </p:txBody>
      </p:sp>
      <p:sp>
        <p:nvSpPr>
          <p:cNvPr id="3" name="Segnaposto contenuto 2">
            <a:extLst>
              <a:ext uri="{FF2B5EF4-FFF2-40B4-BE49-F238E27FC236}">
                <a16:creationId xmlns:a16="http://schemas.microsoft.com/office/drawing/2014/main" id="{BB4742F3-6F25-DCE8-05D8-B5179E0A3B6A}"/>
              </a:ext>
            </a:extLst>
          </p:cNvPr>
          <p:cNvSpPr>
            <a:spLocks noGrp="1"/>
          </p:cNvSpPr>
          <p:nvPr>
            <p:ph idx="1"/>
          </p:nvPr>
        </p:nvSpPr>
        <p:spPr/>
        <p:txBody>
          <a:bodyPr/>
          <a:lstStyle/>
          <a:p>
            <a:r>
              <a:rPr lang="it-IT" dirty="0"/>
              <a:t>Strutture come </a:t>
            </a:r>
            <a:r>
              <a:rPr lang="it-IT" dirty="0" err="1"/>
              <a:t>HashMap</a:t>
            </a:r>
            <a:r>
              <a:rPr lang="it-IT" dirty="0"/>
              <a:t>, </a:t>
            </a:r>
            <a:r>
              <a:rPr lang="it-IT" dirty="0" err="1"/>
              <a:t>HashSet</a:t>
            </a:r>
            <a:r>
              <a:rPr lang="it-IT" dirty="0"/>
              <a:t> o </a:t>
            </a:r>
            <a:r>
              <a:rPr lang="it-IT" dirty="0" err="1"/>
              <a:t>Hashtable</a:t>
            </a:r>
            <a:r>
              <a:rPr lang="it-IT" dirty="0"/>
              <a:t> potrebbero:</a:t>
            </a:r>
          </a:p>
          <a:p>
            <a:pPr lvl="1"/>
            <a:r>
              <a:rPr lang="it-IT" dirty="0"/>
              <a:t>Non trovare oggetti considerati uguali da </a:t>
            </a:r>
            <a:r>
              <a:rPr lang="it-IT" dirty="0" err="1"/>
              <a:t>equals</a:t>
            </a:r>
            <a:r>
              <a:rPr lang="it-IT" dirty="0"/>
              <a:t>()</a:t>
            </a:r>
          </a:p>
          <a:p>
            <a:pPr lvl="1"/>
            <a:r>
              <a:rPr lang="it-IT" dirty="0"/>
              <a:t>Inserire duplicati indesiderati</a:t>
            </a:r>
          </a:p>
          <a:p>
            <a:endParaRPr lang="en-US" dirty="0"/>
          </a:p>
        </p:txBody>
      </p:sp>
    </p:spTree>
    <p:extLst>
      <p:ext uri="{BB962C8B-B14F-4D97-AF65-F5344CB8AC3E}">
        <p14:creationId xmlns:p14="http://schemas.microsoft.com/office/powerpoint/2010/main" val="3577955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4296713-8BED-DFAA-01E2-A2A9CE957001}"/>
              </a:ext>
            </a:extLst>
          </p:cNvPr>
          <p:cNvSpPr>
            <a:spLocks noGrp="1"/>
          </p:cNvSpPr>
          <p:nvPr>
            <p:ph type="title"/>
          </p:nvPr>
        </p:nvSpPr>
        <p:spPr/>
        <p:txBody>
          <a:bodyPr/>
          <a:lstStyle/>
          <a:p>
            <a:r>
              <a:rPr lang="it-IT" dirty="0"/>
              <a:t>Criteri generali per costruire un buon </a:t>
            </a:r>
            <a:r>
              <a:rPr lang="it-IT" dirty="0" err="1"/>
              <a:t>hashCode</a:t>
            </a:r>
            <a:r>
              <a:rPr lang="it-IT" dirty="0"/>
              <a:t>()</a:t>
            </a:r>
            <a:endParaRPr lang="en-US" dirty="0"/>
          </a:p>
        </p:txBody>
      </p:sp>
      <p:sp>
        <p:nvSpPr>
          <p:cNvPr id="3" name="Segnaposto contenuto 2">
            <a:extLst>
              <a:ext uri="{FF2B5EF4-FFF2-40B4-BE49-F238E27FC236}">
                <a16:creationId xmlns:a16="http://schemas.microsoft.com/office/drawing/2014/main" id="{2135C5A2-3CD9-CD6D-228A-A318B7BC0737}"/>
              </a:ext>
            </a:extLst>
          </p:cNvPr>
          <p:cNvSpPr>
            <a:spLocks noGrp="1"/>
          </p:cNvSpPr>
          <p:nvPr>
            <p:ph idx="1"/>
          </p:nvPr>
        </p:nvSpPr>
        <p:spPr/>
        <p:txBody>
          <a:bodyPr/>
          <a:lstStyle/>
          <a:p>
            <a:r>
              <a:rPr lang="it-IT" dirty="0"/>
              <a:t>Deve restituire </a:t>
            </a:r>
            <a:r>
              <a:rPr lang="it-IT" b="1" dirty="0"/>
              <a:t>sempre lo stesso valore</a:t>
            </a:r>
            <a:r>
              <a:rPr lang="it-IT" dirty="0"/>
              <a:t> se l’oggetto non cambia (coerenza interna).</a:t>
            </a:r>
          </a:p>
          <a:p>
            <a:r>
              <a:rPr lang="it-IT" dirty="0"/>
              <a:t>Se due oggetti sono uguali secondo </a:t>
            </a:r>
            <a:r>
              <a:rPr lang="it-IT" dirty="0" err="1"/>
              <a:t>equals</a:t>
            </a:r>
            <a:r>
              <a:rPr lang="it-IT" dirty="0"/>
              <a:t>(), devono avere lo </a:t>
            </a:r>
            <a:r>
              <a:rPr lang="it-IT" b="1" dirty="0"/>
              <a:t>stesso </a:t>
            </a:r>
            <a:r>
              <a:rPr lang="it-IT" b="1" dirty="0" err="1"/>
              <a:t>hashCode</a:t>
            </a:r>
            <a:r>
              <a:rPr lang="it-IT" b="1" dirty="0"/>
              <a:t>()</a:t>
            </a:r>
            <a:r>
              <a:rPr lang="it-IT" dirty="0"/>
              <a:t>.</a:t>
            </a:r>
          </a:p>
          <a:p>
            <a:r>
              <a:rPr lang="it-IT" dirty="0"/>
              <a:t>È auspicabile che oggetti diversi abbiano </a:t>
            </a:r>
            <a:r>
              <a:rPr lang="it-IT" b="1" dirty="0" err="1"/>
              <a:t>hashCode</a:t>
            </a:r>
            <a:r>
              <a:rPr lang="it-IT" b="1" dirty="0"/>
              <a:t> diversi</a:t>
            </a:r>
            <a:r>
              <a:rPr lang="it-IT" dirty="0"/>
              <a:t>, per ridurre le collisioni nelle strutture </a:t>
            </a:r>
            <a:r>
              <a:rPr lang="it-IT" dirty="0" err="1"/>
              <a:t>hash</a:t>
            </a:r>
            <a:r>
              <a:rPr lang="it-IT" dirty="0"/>
              <a:t> (es. </a:t>
            </a:r>
            <a:r>
              <a:rPr lang="it-IT" dirty="0" err="1"/>
              <a:t>HashMap</a:t>
            </a:r>
            <a:r>
              <a:rPr lang="it-IT" dirty="0"/>
              <a:t>, </a:t>
            </a:r>
            <a:r>
              <a:rPr lang="it-IT" dirty="0" err="1"/>
              <a:t>HashSet</a:t>
            </a:r>
            <a:r>
              <a:rPr lang="it-IT" dirty="0"/>
              <a:t>).</a:t>
            </a:r>
          </a:p>
          <a:p>
            <a:r>
              <a:rPr lang="it-IT" dirty="0"/>
              <a:t>Deve basarsi su </a:t>
            </a:r>
            <a:r>
              <a:rPr lang="it-IT" b="1" dirty="0"/>
              <a:t>tutti i campi</a:t>
            </a:r>
            <a:r>
              <a:rPr lang="it-IT" dirty="0"/>
              <a:t> usati nel metodo </a:t>
            </a:r>
            <a:r>
              <a:rPr lang="it-IT" dirty="0" err="1"/>
              <a:t>equals</a:t>
            </a:r>
            <a:r>
              <a:rPr lang="it-IT" dirty="0"/>
              <a:t>().</a:t>
            </a:r>
          </a:p>
          <a:p>
            <a:endParaRPr lang="en-US" dirty="0"/>
          </a:p>
        </p:txBody>
      </p:sp>
    </p:spTree>
    <p:extLst>
      <p:ext uri="{BB962C8B-B14F-4D97-AF65-F5344CB8AC3E}">
        <p14:creationId xmlns:p14="http://schemas.microsoft.com/office/powerpoint/2010/main" val="21522044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59AC8-99E5-39B2-006A-F464E7F4977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DBAFA1BD-3552-31CD-8C27-99D6A9B416F8}"/>
              </a:ext>
            </a:extLst>
          </p:cNvPr>
          <p:cNvSpPr>
            <a:spLocks noGrp="1"/>
          </p:cNvSpPr>
          <p:nvPr>
            <p:ph type="title"/>
          </p:nvPr>
        </p:nvSpPr>
        <p:spPr/>
        <p:txBody>
          <a:bodyPr/>
          <a:lstStyle/>
          <a:p>
            <a:r>
              <a:rPr lang="it-IT" dirty="0"/>
              <a:t>Criteri generali per costruire un buon </a:t>
            </a:r>
            <a:r>
              <a:rPr lang="it-IT" dirty="0" err="1"/>
              <a:t>hashCode</a:t>
            </a:r>
            <a:r>
              <a:rPr lang="it-IT" dirty="0"/>
              <a:t>()</a:t>
            </a:r>
            <a:endParaRPr lang="en-US" dirty="0"/>
          </a:p>
        </p:txBody>
      </p:sp>
      <p:sp>
        <p:nvSpPr>
          <p:cNvPr id="3" name="Segnaposto contenuto 2">
            <a:extLst>
              <a:ext uri="{FF2B5EF4-FFF2-40B4-BE49-F238E27FC236}">
                <a16:creationId xmlns:a16="http://schemas.microsoft.com/office/drawing/2014/main" id="{AF28E1CF-A144-0D7B-E89C-648C68D31E20}"/>
              </a:ext>
            </a:extLst>
          </p:cNvPr>
          <p:cNvSpPr>
            <a:spLocks noGrp="1"/>
          </p:cNvSpPr>
          <p:nvPr>
            <p:ph idx="1"/>
          </p:nvPr>
        </p:nvSpPr>
        <p:spPr/>
        <p:txBody>
          <a:bodyPr/>
          <a:lstStyle/>
          <a:p>
            <a:r>
              <a:rPr lang="it-IT" dirty="0"/>
              <a:t>Deve restituire </a:t>
            </a:r>
            <a:r>
              <a:rPr lang="it-IT" b="1" dirty="0"/>
              <a:t>sempre lo stesso valore</a:t>
            </a:r>
            <a:r>
              <a:rPr lang="it-IT" dirty="0"/>
              <a:t> se l’oggetto non cambia (coerenza interna).</a:t>
            </a:r>
          </a:p>
          <a:p>
            <a:r>
              <a:rPr lang="it-IT" dirty="0"/>
              <a:t>Se due oggetti sono uguali secondo </a:t>
            </a:r>
            <a:r>
              <a:rPr lang="it-IT" dirty="0" err="1"/>
              <a:t>equals</a:t>
            </a:r>
            <a:r>
              <a:rPr lang="it-IT" dirty="0"/>
              <a:t>(), devono avere lo </a:t>
            </a:r>
            <a:r>
              <a:rPr lang="it-IT" b="1" dirty="0"/>
              <a:t>stesso </a:t>
            </a:r>
            <a:r>
              <a:rPr lang="it-IT" b="1" dirty="0" err="1"/>
              <a:t>hashCode</a:t>
            </a:r>
            <a:r>
              <a:rPr lang="it-IT" b="1" dirty="0"/>
              <a:t>()</a:t>
            </a:r>
            <a:r>
              <a:rPr lang="it-IT" dirty="0"/>
              <a:t>.</a:t>
            </a:r>
          </a:p>
          <a:p>
            <a:r>
              <a:rPr lang="it-IT" dirty="0"/>
              <a:t>È auspicabile che oggetti diversi abbiano </a:t>
            </a:r>
            <a:r>
              <a:rPr lang="it-IT" b="1" dirty="0" err="1"/>
              <a:t>hashCode</a:t>
            </a:r>
            <a:r>
              <a:rPr lang="it-IT" b="1" dirty="0"/>
              <a:t> diversi</a:t>
            </a:r>
            <a:r>
              <a:rPr lang="it-IT" dirty="0"/>
              <a:t>, per ridurre le collisioni nelle strutture </a:t>
            </a:r>
            <a:r>
              <a:rPr lang="it-IT" dirty="0" err="1"/>
              <a:t>hash</a:t>
            </a:r>
            <a:r>
              <a:rPr lang="it-IT" dirty="0"/>
              <a:t> (es. </a:t>
            </a:r>
            <a:r>
              <a:rPr lang="it-IT" dirty="0" err="1"/>
              <a:t>HashMap</a:t>
            </a:r>
            <a:r>
              <a:rPr lang="it-IT" dirty="0"/>
              <a:t>, </a:t>
            </a:r>
            <a:r>
              <a:rPr lang="it-IT" dirty="0" err="1"/>
              <a:t>HashSet</a:t>
            </a:r>
            <a:r>
              <a:rPr lang="it-IT" dirty="0"/>
              <a:t>).</a:t>
            </a:r>
          </a:p>
          <a:p>
            <a:r>
              <a:rPr lang="it-IT" dirty="0"/>
              <a:t>Deve basarsi su </a:t>
            </a:r>
            <a:r>
              <a:rPr lang="it-IT" b="1" dirty="0"/>
              <a:t>tutti i campi</a:t>
            </a:r>
            <a:r>
              <a:rPr lang="it-IT" dirty="0"/>
              <a:t> usati nel metodo </a:t>
            </a:r>
            <a:r>
              <a:rPr lang="it-IT" dirty="0" err="1"/>
              <a:t>equals</a:t>
            </a:r>
            <a:r>
              <a:rPr lang="it-IT" dirty="0"/>
              <a:t>().</a:t>
            </a:r>
          </a:p>
          <a:p>
            <a:endParaRPr lang="en-US" dirty="0"/>
          </a:p>
        </p:txBody>
      </p:sp>
      <p:sp>
        <p:nvSpPr>
          <p:cNvPr id="4" name="CasellaDiTesto 3">
            <a:extLst>
              <a:ext uri="{FF2B5EF4-FFF2-40B4-BE49-F238E27FC236}">
                <a16:creationId xmlns:a16="http://schemas.microsoft.com/office/drawing/2014/main" id="{3F355C67-E6F2-D127-1DC9-A37CA3F34968}"/>
              </a:ext>
            </a:extLst>
          </p:cNvPr>
          <p:cNvSpPr txBox="1"/>
          <p:nvPr/>
        </p:nvSpPr>
        <p:spPr>
          <a:xfrm>
            <a:off x="457200" y="2113006"/>
            <a:ext cx="8489092" cy="2031325"/>
          </a:xfrm>
          <a:prstGeom prst="rect">
            <a:avLst/>
          </a:prstGeom>
          <a:solidFill>
            <a:schemeClr val="bg1"/>
          </a:solidFill>
          <a:ln w="66675">
            <a:solidFill>
              <a:schemeClr val="accent1"/>
            </a:solidFill>
          </a:ln>
        </p:spPr>
        <p:txBody>
          <a:bodyPr wrap="square" rtlCol="0">
            <a:spAutoFit/>
          </a:bodyPr>
          <a:lstStyle/>
          <a:p>
            <a:pPr>
              <a:buNone/>
            </a:pPr>
            <a:r>
              <a:rPr lang="it-IT" b="1" dirty="0"/>
              <a:t>Nota pratica</a:t>
            </a:r>
          </a:p>
          <a:p>
            <a:r>
              <a:rPr lang="it-IT" dirty="0"/>
              <a:t>La costruzione di funzioni </a:t>
            </a:r>
            <a:r>
              <a:rPr lang="it-IT" dirty="0" err="1"/>
              <a:t>hashCode</a:t>
            </a:r>
            <a:r>
              <a:rPr lang="it-IT" dirty="0"/>
              <a:t>() efficienti ed affidabili è un tema avanzato che va oltre gli obiettivi di questo corso.</a:t>
            </a:r>
            <a:br>
              <a:rPr lang="it-IT" dirty="0"/>
            </a:br>
            <a:r>
              <a:rPr lang="it-IT" dirty="0"/>
              <a:t>Per il momento, ci affidiamo all’</a:t>
            </a:r>
            <a:r>
              <a:rPr lang="it-IT" b="1" dirty="0"/>
              <a:t>algoritmo generato automaticamente dagli ambienti di sviluppo</a:t>
            </a:r>
            <a:r>
              <a:rPr lang="it-IT" dirty="0"/>
              <a:t> (es. VS Code, </a:t>
            </a:r>
            <a:r>
              <a:rPr lang="it-IT" dirty="0" err="1"/>
              <a:t>Netbeans</a:t>
            </a:r>
            <a:r>
              <a:rPr lang="it-IT" dirty="0"/>
              <a:t>, </a:t>
            </a:r>
            <a:r>
              <a:rPr lang="it-IT" dirty="0" err="1"/>
              <a:t>VSCodium</a:t>
            </a:r>
            <a:r>
              <a:rPr lang="it-IT" dirty="0"/>
              <a:t>), che seguono convenzioni sicure e diffuse.</a:t>
            </a:r>
          </a:p>
          <a:p>
            <a:endParaRPr lang="en-US" dirty="0"/>
          </a:p>
        </p:txBody>
      </p:sp>
    </p:spTree>
    <p:extLst>
      <p:ext uri="{BB962C8B-B14F-4D97-AF65-F5344CB8AC3E}">
        <p14:creationId xmlns:p14="http://schemas.microsoft.com/office/powerpoint/2010/main" val="2918377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olo 1">
            <a:extLst>
              <a:ext uri="{FF2B5EF4-FFF2-40B4-BE49-F238E27FC236}">
                <a16:creationId xmlns:a16="http://schemas.microsoft.com/office/drawing/2014/main" id="{3F2B12C6-577D-E3E6-0C5C-587B6FB426A9}"/>
              </a:ext>
            </a:extLst>
          </p:cNvPr>
          <p:cNvSpPr>
            <a:spLocks noGrp="1" noChangeArrowheads="1"/>
          </p:cNvSpPr>
          <p:nvPr>
            <p:ph type="title"/>
          </p:nvPr>
        </p:nvSpPr>
        <p:spPr>
          <a:xfrm>
            <a:off x="457200" y="-222250"/>
            <a:ext cx="7543800" cy="1295400"/>
          </a:xfrm>
        </p:spPr>
        <p:txBody>
          <a:bodyPr/>
          <a:lstStyle/>
          <a:p>
            <a:r>
              <a:rPr lang="it-IT" altLang="it-IT"/>
              <a:t>L’operatore instanceof</a:t>
            </a:r>
          </a:p>
        </p:txBody>
      </p:sp>
      <p:sp>
        <p:nvSpPr>
          <p:cNvPr id="3" name="Segnaposto contenuto 2">
            <a:extLst>
              <a:ext uri="{FF2B5EF4-FFF2-40B4-BE49-F238E27FC236}">
                <a16:creationId xmlns:a16="http://schemas.microsoft.com/office/drawing/2014/main" id="{38F33573-2ECD-9058-5183-22BCA2BB1E94}"/>
              </a:ext>
            </a:extLst>
          </p:cNvPr>
          <p:cNvSpPr>
            <a:spLocks noGrp="1"/>
          </p:cNvSpPr>
          <p:nvPr>
            <p:ph idx="1"/>
          </p:nvPr>
        </p:nvSpPr>
        <p:spPr>
          <a:xfrm>
            <a:off x="457200" y="1410505"/>
            <a:ext cx="8229600" cy="4411662"/>
          </a:xfrm>
        </p:spPr>
        <p:txBody>
          <a:bodyPr/>
          <a:lstStyle/>
          <a:p>
            <a:pPr>
              <a:defRPr/>
            </a:pPr>
            <a:r>
              <a:rPr lang="it-IT" sz="2400" dirty="0"/>
              <a:t>Il controllo: </a:t>
            </a:r>
            <a:r>
              <a:rPr lang="it-IT" sz="2400" dirty="0" err="1">
                <a:solidFill>
                  <a:srgbClr val="0D0D0D"/>
                </a:solidFill>
                <a:highlight>
                  <a:srgbClr val="FFFFFF"/>
                </a:highlight>
                <a:latin typeface="Söhne"/>
              </a:rPr>
              <a:t>if</a:t>
            </a:r>
            <a:r>
              <a:rPr lang="it-IT" sz="2400" dirty="0">
                <a:solidFill>
                  <a:srgbClr val="0D0D0D"/>
                </a:solidFill>
                <a:highlight>
                  <a:srgbClr val="FFFFFF"/>
                </a:highlight>
                <a:latin typeface="Söhne"/>
              </a:rPr>
              <a:t> (</a:t>
            </a:r>
            <a:r>
              <a:rPr lang="it-IT" sz="2400" dirty="0" err="1">
                <a:solidFill>
                  <a:srgbClr val="0D0D0D"/>
                </a:solidFill>
                <a:highlight>
                  <a:srgbClr val="FFFFFF"/>
                </a:highlight>
                <a:latin typeface="Söhne"/>
              </a:rPr>
              <a:t>getClass</a:t>
            </a:r>
            <a:r>
              <a:rPr lang="it-IT" sz="2400" dirty="0">
                <a:solidFill>
                  <a:srgbClr val="0D0D0D"/>
                </a:solidFill>
                <a:highlight>
                  <a:srgbClr val="FFFFFF"/>
                </a:highlight>
                <a:latin typeface="Söhne"/>
              </a:rPr>
              <a:t>() != </a:t>
            </a:r>
            <a:r>
              <a:rPr lang="it-IT" sz="2400" dirty="0" err="1">
                <a:solidFill>
                  <a:srgbClr val="0D0D0D"/>
                </a:solidFill>
                <a:highlight>
                  <a:srgbClr val="FFFFFF"/>
                </a:highlight>
                <a:latin typeface="Söhne"/>
              </a:rPr>
              <a:t>obj.getClass</a:t>
            </a:r>
            <a:r>
              <a:rPr lang="it-IT" sz="2400" dirty="0">
                <a:solidFill>
                  <a:srgbClr val="0D0D0D"/>
                </a:solidFill>
                <a:highlight>
                  <a:srgbClr val="FFFFFF"/>
                </a:highlight>
                <a:latin typeface="Söhne"/>
              </a:rPr>
              <a:t>())  potrebbe essere sostituito da: </a:t>
            </a:r>
            <a:br>
              <a:rPr lang="it-IT" sz="2400" dirty="0">
                <a:solidFill>
                  <a:srgbClr val="0D0D0D"/>
                </a:solidFill>
                <a:highlight>
                  <a:srgbClr val="FFFFFF"/>
                </a:highlight>
                <a:latin typeface="Söhne"/>
              </a:rPr>
            </a:br>
            <a:r>
              <a:rPr lang="it-IT" sz="2400" dirty="0" err="1">
                <a:solidFill>
                  <a:srgbClr val="0D0D0D"/>
                </a:solidFill>
                <a:highlight>
                  <a:srgbClr val="FFFFFF"/>
                </a:highlight>
                <a:latin typeface="Söhne"/>
              </a:rPr>
              <a:t>if</a:t>
            </a:r>
            <a:r>
              <a:rPr lang="it-IT" sz="2400" dirty="0">
                <a:solidFill>
                  <a:srgbClr val="0D0D0D"/>
                </a:solidFill>
                <a:highlight>
                  <a:srgbClr val="FFFFFF"/>
                </a:highlight>
                <a:latin typeface="Söhne"/>
              </a:rPr>
              <a:t> !(</a:t>
            </a:r>
            <a:r>
              <a:rPr lang="it-IT" sz="2400" dirty="0" err="1">
                <a:solidFill>
                  <a:srgbClr val="0D0D0D"/>
                </a:solidFill>
                <a:highlight>
                  <a:srgbClr val="FFFFFF"/>
                </a:highlight>
                <a:latin typeface="Söhne"/>
              </a:rPr>
              <a:t>obj</a:t>
            </a:r>
            <a:r>
              <a:rPr lang="it-IT" sz="2400" dirty="0">
                <a:solidFill>
                  <a:srgbClr val="0D0D0D"/>
                </a:solidFill>
                <a:highlight>
                  <a:srgbClr val="FFFFFF"/>
                </a:highlight>
                <a:latin typeface="Söhne"/>
              </a:rPr>
              <a:t> </a:t>
            </a:r>
            <a:r>
              <a:rPr lang="it-IT" sz="2400" b="1" dirty="0" err="1">
                <a:solidFill>
                  <a:srgbClr val="0D0D0D"/>
                </a:solidFill>
                <a:highlight>
                  <a:srgbClr val="FFFFFF"/>
                </a:highlight>
                <a:latin typeface="Söhne"/>
              </a:rPr>
              <a:t>instanceof</a:t>
            </a:r>
            <a:r>
              <a:rPr lang="it-IT" sz="2400" dirty="0">
                <a:solidFill>
                  <a:srgbClr val="0D0D0D"/>
                </a:solidFill>
                <a:highlight>
                  <a:srgbClr val="FFFFFF"/>
                </a:highlight>
                <a:latin typeface="Söhne"/>
              </a:rPr>
              <a:t> </a:t>
            </a:r>
            <a:r>
              <a:rPr lang="it-IT" sz="2400" dirty="0" err="1">
                <a:solidFill>
                  <a:srgbClr val="0D0D0D"/>
                </a:solidFill>
                <a:highlight>
                  <a:srgbClr val="FFFFFF"/>
                </a:highlight>
                <a:latin typeface="Söhne"/>
              </a:rPr>
              <a:t>Complex</a:t>
            </a:r>
            <a:r>
              <a:rPr lang="it-IT" sz="2400" dirty="0">
                <a:solidFill>
                  <a:srgbClr val="0D0D0D"/>
                </a:solidFill>
                <a:highlight>
                  <a:srgbClr val="FFFFFF"/>
                </a:highlight>
                <a:latin typeface="Söhne"/>
              </a:rPr>
              <a:t>)</a:t>
            </a:r>
          </a:p>
          <a:p>
            <a:pPr>
              <a:defRPr/>
            </a:pPr>
            <a:r>
              <a:rPr lang="it-IT" sz="2400" b="1" dirty="0" err="1"/>
              <a:t>instanceof</a:t>
            </a:r>
            <a:r>
              <a:rPr lang="it-IT" sz="2400" dirty="0">
                <a:solidFill>
                  <a:srgbClr val="0D0D0D"/>
                </a:solidFill>
                <a:highlight>
                  <a:srgbClr val="FFFFFF"/>
                </a:highlight>
                <a:latin typeface="Söhne"/>
              </a:rPr>
              <a:t> è un operatore in Java utilizzato per verificare se un oggetto è un'istanza di una determinata classe, di una sua sottoclasse o implementa una determinata interfaccia. </a:t>
            </a:r>
          </a:p>
          <a:p>
            <a:pPr>
              <a:defRPr/>
            </a:pPr>
            <a:r>
              <a:rPr lang="it-IT" sz="2400" dirty="0">
                <a:solidFill>
                  <a:srgbClr val="0D0D0D"/>
                </a:solidFill>
                <a:highlight>
                  <a:srgbClr val="FFFFFF"/>
                </a:highlight>
                <a:latin typeface="Söhne"/>
              </a:rPr>
              <a:t>In pratica consente di controllare la relazione di tipo tra un oggetto e un tipo di riferimento</a:t>
            </a:r>
          </a:p>
          <a:p>
            <a:pPr>
              <a:defRPr/>
            </a:pPr>
            <a:r>
              <a:rPr lang="it-IT" sz="2400" dirty="0">
                <a:solidFill>
                  <a:srgbClr val="0D0D0D"/>
                </a:solidFill>
                <a:highlight>
                  <a:srgbClr val="FFFFFF"/>
                </a:highlight>
                <a:latin typeface="Söhne"/>
              </a:rPr>
              <a:t>Esempio: </a:t>
            </a:r>
          </a:p>
          <a:p>
            <a:pPr marL="0" indent="0">
              <a:buFont typeface="Wingdings" pitchFamily="2" charset="2"/>
              <a:buNone/>
              <a:defRPr/>
            </a:pPr>
            <a:r>
              <a:rPr lang="it-IT" sz="1800" dirty="0"/>
              <a:t>	</a:t>
            </a:r>
            <a:r>
              <a:rPr lang="it-IT" sz="1800" dirty="0" err="1"/>
              <a:t>if</a:t>
            </a:r>
            <a:r>
              <a:rPr lang="it-IT" sz="1800" dirty="0"/>
              <a:t> (pA </a:t>
            </a:r>
            <a:r>
              <a:rPr lang="it-IT" sz="1800" dirty="0" err="1"/>
              <a:t>instanceof</a:t>
            </a:r>
            <a:r>
              <a:rPr lang="it-IT" sz="1800" dirty="0"/>
              <a:t> Prodotto) </a:t>
            </a:r>
          </a:p>
          <a:p>
            <a:pPr marL="0" indent="0">
              <a:buFont typeface="Wingdings" pitchFamily="2" charset="2"/>
              <a:buNone/>
              <a:defRPr/>
            </a:pPr>
            <a:r>
              <a:rPr lang="it-IT" sz="1800" dirty="0"/>
              <a:t>  	</a:t>
            </a:r>
            <a:r>
              <a:rPr lang="it-IT" sz="1800" dirty="0" err="1"/>
              <a:t>System.out.println</a:t>
            </a:r>
            <a:r>
              <a:rPr lang="it-IT" sz="1800" dirty="0"/>
              <a:t>("L'oggetto è un'istanza di Prodotto</a:t>
            </a:r>
            <a:br>
              <a:rPr lang="it-IT" sz="1800" dirty="0"/>
            </a:br>
            <a:r>
              <a:rPr lang="it-IT" sz="1800" dirty="0"/>
              <a:t>	                              (</a:t>
            </a:r>
            <a:r>
              <a:rPr lang="it-IT" sz="1800" dirty="0">
                <a:solidFill>
                  <a:srgbClr val="FF0000"/>
                </a:solidFill>
              </a:rPr>
              <a:t>o di una sua sottoclasse</a:t>
            </a:r>
            <a:r>
              <a:rPr lang="it-IT" sz="1800" dirty="0"/>
              <a:t>).");</a:t>
            </a:r>
          </a:p>
          <a:p>
            <a:pPr marL="0" indent="0">
              <a:buFont typeface="Wingdings" pitchFamily="2" charset="2"/>
              <a:buNone/>
              <a:defRPr/>
            </a:pPr>
            <a:r>
              <a:rPr lang="it-IT" sz="1800" b="1" dirty="0"/>
              <a:t>NOTA!</a:t>
            </a:r>
            <a:r>
              <a:rPr lang="it-IT" sz="1800" dirty="0"/>
              <a:t> </a:t>
            </a:r>
            <a:r>
              <a:rPr lang="it-IT" sz="1800" i="1" dirty="0"/>
              <a:t>Il controllo effettuato con </a:t>
            </a:r>
            <a:r>
              <a:rPr lang="it-IT" sz="1800" i="1" dirty="0" err="1"/>
              <a:t>getClass</a:t>
            </a:r>
            <a:r>
              <a:rPr lang="it-IT" sz="1800" i="1" dirty="0"/>
              <a:t>() è più «stretto», </a:t>
            </a:r>
            <a:r>
              <a:rPr lang="it-IT" sz="1800" dirty="0"/>
              <a:t>perché </a:t>
            </a:r>
            <a:r>
              <a:rPr lang="it-IT" sz="1800" dirty="0" err="1"/>
              <a:t>istanceof</a:t>
            </a:r>
            <a:r>
              <a:rPr lang="it-IT" sz="1800" dirty="0"/>
              <a:t> restituisce </a:t>
            </a:r>
            <a:r>
              <a:rPr lang="it-IT" sz="1800" dirty="0" err="1"/>
              <a:t>true</a:t>
            </a:r>
            <a:r>
              <a:rPr lang="it-IT" sz="1800" dirty="0"/>
              <a:t> anche se l’oggetto appartiene ad una sottoclasse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olo 1">
            <a:extLst>
              <a:ext uri="{FF2B5EF4-FFF2-40B4-BE49-F238E27FC236}">
                <a16:creationId xmlns:a16="http://schemas.microsoft.com/office/drawing/2014/main" id="{D43F4C9D-2321-960A-B202-F53CA1007D09}"/>
              </a:ext>
            </a:extLst>
          </p:cNvPr>
          <p:cNvSpPr>
            <a:spLocks noGrp="1" noChangeArrowheads="1"/>
          </p:cNvSpPr>
          <p:nvPr>
            <p:ph type="title"/>
          </p:nvPr>
        </p:nvSpPr>
        <p:spPr>
          <a:xfrm>
            <a:off x="457200" y="-388938"/>
            <a:ext cx="7543800" cy="1295401"/>
          </a:xfrm>
        </p:spPr>
        <p:txBody>
          <a:bodyPr/>
          <a:lstStyle/>
          <a:p>
            <a:r>
              <a:rPr lang="it-IT" altLang="it-IT"/>
              <a:t>clone</a:t>
            </a:r>
          </a:p>
        </p:txBody>
      </p:sp>
      <p:sp>
        <p:nvSpPr>
          <p:cNvPr id="49154" name="Segnaposto contenuto 2">
            <a:extLst>
              <a:ext uri="{FF2B5EF4-FFF2-40B4-BE49-F238E27FC236}">
                <a16:creationId xmlns:a16="http://schemas.microsoft.com/office/drawing/2014/main" id="{1D203E87-4C3C-E75E-84ED-6E05D0D343AC}"/>
              </a:ext>
            </a:extLst>
          </p:cNvPr>
          <p:cNvSpPr>
            <a:spLocks noGrp="1" noChangeArrowheads="1"/>
          </p:cNvSpPr>
          <p:nvPr>
            <p:ph idx="1"/>
          </p:nvPr>
        </p:nvSpPr>
        <p:spPr>
          <a:xfrm>
            <a:off x="457200" y="1730375"/>
            <a:ext cx="8229600" cy="4958524"/>
          </a:xfrm>
        </p:spPr>
        <p:txBody>
          <a:bodyPr>
            <a:normAutofit fontScale="92500" lnSpcReduction="10000"/>
          </a:bodyPr>
          <a:lstStyle/>
          <a:p>
            <a:pPr>
              <a:defRPr/>
            </a:pPr>
            <a:r>
              <a:rPr lang="it-IT" sz="2400" i="1" dirty="0">
                <a:latin typeface="Helvetica" pitchFamily="2" charset="0"/>
              </a:rPr>
              <a:t>E’ un metodo </a:t>
            </a:r>
            <a:r>
              <a:rPr lang="it-IT" sz="2400" i="1" dirty="0" err="1">
                <a:latin typeface="Times" pitchFamily="2" charset="0"/>
              </a:rPr>
              <a:t>protected</a:t>
            </a:r>
            <a:r>
              <a:rPr lang="it-IT" sz="2400" i="1" dirty="0">
                <a:latin typeface="Helvetica" pitchFamily="2" charset="0"/>
              </a:rPr>
              <a:t>, che crea una copia dell’oggetto</a:t>
            </a:r>
            <a:r>
              <a:rPr lang="it-IT" sz="2400" dirty="0">
                <a:latin typeface="Helvetica" pitchFamily="2" charset="0"/>
              </a:rPr>
              <a:t> </a:t>
            </a:r>
            <a:r>
              <a:rPr lang="it-IT" sz="2400" i="1" dirty="0">
                <a:latin typeface="Helvetica" pitchFamily="2" charset="0"/>
              </a:rPr>
              <a:t>su cui è invocato e ne restituisce un riferimento.</a:t>
            </a:r>
          </a:p>
          <a:p>
            <a:pPr>
              <a:defRPr/>
            </a:pPr>
            <a:r>
              <a:rPr lang="it-IT" sz="2400" i="1" dirty="0">
                <a:latin typeface="Helvetica" pitchFamily="2" charset="0"/>
              </a:rPr>
              <a:t>L’implementazione di default in Object esegue una</a:t>
            </a:r>
            <a:r>
              <a:rPr lang="it-IT" sz="2400" dirty="0">
                <a:latin typeface="Helvetica" pitchFamily="2" charset="0"/>
              </a:rPr>
              <a:t> </a:t>
            </a:r>
            <a:r>
              <a:rPr lang="it-IT" sz="2400" i="1" dirty="0">
                <a:latin typeface="Helvetica" pitchFamily="2" charset="0"/>
              </a:rPr>
              <a:t>cosiddetta </a:t>
            </a:r>
            <a:r>
              <a:rPr lang="it-IT" sz="2400" b="1" i="1" dirty="0">
                <a:latin typeface="Helvetica" pitchFamily="2" charset="0"/>
              </a:rPr>
              <a:t>copia superficiale (</a:t>
            </a:r>
            <a:r>
              <a:rPr lang="it-IT" sz="2400" b="1" i="1" dirty="0" err="1">
                <a:latin typeface="Helvetica" pitchFamily="2" charset="0"/>
              </a:rPr>
              <a:t>shallow</a:t>
            </a:r>
            <a:r>
              <a:rPr lang="it-IT" sz="2400" b="1" i="1" dirty="0">
                <a:latin typeface="Helvetica" pitchFamily="2" charset="0"/>
              </a:rPr>
              <a:t> copy)</a:t>
            </a:r>
            <a:r>
              <a:rPr lang="it-IT" sz="2400" i="1" dirty="0">
                <a:latin typeface="Helvetica" pitchFamily="2" charset="0"/>
              </a:rPr>
              <a:t>: le variabili di</a:t>
            </a:r>
            <a:r>
              <a:rPr lang="it-IT" sz="2400" dirty="0">
                <a:latin typeface="Helvetica" pitchFamily="2" charset="0"/>
              </a:rPr>
              <a:t> </a:t>
            </a:r>
            <a:r>
              <a:rPr lang="it-IT" sz="2400" i="1" dirty="0">
                <a:latin typeface="Helvetica" pitchFamily="2" charset="0"/>
              </a:rPr>
              <a:t>istanza dell’oggetto sono copiate in un altro oggetto dello</a:t>
            </a:r>
            <a:r>
              <a:rPr lang="it-IT" sz="2400" dirty="0">
                <a:latin typeface="Helvetica" pitchFamily="2" charset="0"/>
              </a:rPr>
              <a:t> </a:t>
            </a:r>
            <a:r>
              <a:rPr lang="it-IT" sz="2400" i="1" dirty="0">
                <a:latin typeface="Helvetica" pitchFamily="2" charset="0"/>
              </a:rPr>
              <a:t>stesso tipo MA nel caso dei tipi riferimento, sono copiati solo i</a:t>
            </a:r>
            <a:r>
              <a:rPr lang="it-IT" sz="2400" dirty="0">
                <a:latin typeface="Helvetica" pitchFamily="2" charset="0"/>
              </a:rPr>
              <a:t> </a:t>
            </a:r>
            <a:r>
              <a:rPr lang="it-IT" sz="2400" i="1" dirty="0">
                <a:latin typeface="Helvetica" pitchFamily="2" charset="0"/>
              </a:rPr>
              <a:t>riferimenti. </a:t>
            </a:r>
          </a:p>
          <a:p>
            <a:pPr>
              <a:defRPr/>
            </a:pPr>
            <a:r>
              <a:rPr lang="it-IT" sz="2400" i="1" dirty="0">
                <a:latin typeface="Helvetica" pitchFamily="2" charset="0"/>
              </a:rPr>
              <a:t>Un tipico metodo </a:t>
            </a:r>
            <a:r>
              <a:rPr lang="it-IT" sz="2400" i="1" dirty="0">
                <a:latin typeface="Times" pitchFamily="2" charset="0"/>
              </a:rPr>
              <a:t>clone </a:t>
            </a:r>
            <a:r>
              <a:rPr lang="it-IT" sz="2400" i="1" dirty="0">
                <a:latin typeface="Helvetica" pitchFamily="2" charset="0"/>
              </a:rPr>
              <a:t>ridefinito esegue una</a:t>
            </a:r>
            <a:r>
              <a:rPr lang="it-IT" sz="2400" dirty="0">
                <a:latin typeface="Helvetica" pitchFamily="2" charset="0"/>
              </a:rPr>
              <a:t> </a:t>
            </a:r>
            <a:r>
              <a:rPr lang="it-IT" sz="2400" b="1" i="1" dirty="0">
                <a:latin typeface="Helvetica" pitchFamily="2" charset="0"/>
              </a:rPr>
              <a:t>copia profonda</a:t>
            </a:r>
            <a:r>
              <a:rPr lang="it-IT" sz="2400" i="1" dirty="0">
                <a:latin typeface="Helvetica" pitchFamily="2" charset="0"/>
              </a:rPr>
              <a:t>, che crea un nuovo oggetto per ogni variabile</a:t>
            </a:r>
            <a:r>
              <a:rPr lang="it-IT" sz="2400" dirty="0">
                <a:latin typeface="Helvetica" pitchFamily="2" charset="0"/>
              </a:rPr>
              <a:t> </a:t>
            </a:r>
            <a:r>
              <a:rPr lang="it-IT" sz="2400" i="1" dirty="0">
                <a:latin typeface="Helvetica" pitchFamily="2" charset="0"/>
              </a:rPr>
              <a:t>di istanza di tipo riferimento</a:t>
            </a:r>
          </a:p>
          <a:p>
            <a:pPr>
              <a:defRPr/>
            </a:pPr>
            <a:r>
              <a:rPr lang="it-IT" sz="2400" i="1" dirty="0">
                <a:latin typeface="Helvetica" pitchFamily="2" charset="0"/>
              </a:rPr>
              <a:t>In generale è considerato difficile implementare clone in maniera corretta</a:t>
            </a:r>
          </a:p>
          <a:p>
            <a:pPr>
              <a:defRPr/>
            </a:pPr>
            <a:r>
              <a:rPr lang="it-IT" sz="2400" dirty="0">
                <a:latin typeface="Helvetica" pitchFamily="2" charset="0"/>
              </a:rPr>
              <a:t>Per ridefinire [</a:t>
            </a:r>
            <a:r>
              <a:rPr lang="it-IT" sz="2400" dirty="0">
                <a:latin typeface="Courier New" panose="02070309020205020404" pitchFamily="49" charset="0"/>
                <a:cs typeface="Courier New" panose="02070309020205020404" pitchFamily="49" charset="0"/>
              </a:rPr>
              <a:t>@</a:t>
            </a:r>
            <a:r>
              <a:rPr lang="it-IT" sz="2400" dirty="0" err="1">
                <a:latin typeface="Courier New" panose="02070309020205020404" pitchFamily="49" charset="0"/>
                <a:cs typeface="Courier New" panose="02070309020205020404" pitchFamily="49" charset="0"/>
              </a:rPr>
              <a:t>Override</a:t>
            </a:r>
            <a:r>
              <a:rPr lang="it-IT" sz="2400" dirty="0">
                <a:latin typeface="Helvetica" pitchFamily="2" charset="0"/>
              </a:rPr>
              <a:t>] il metodo clone() una classe deve implementare l’interfaccia </a:t>
            </a:r>
            <a:r>
              <a:rPr lang="it-IT" sz="2400" dirty="0" err="1">
                <a:latin typeface="Helvetica" pitchFamily="2" charset="0"/>
              </a:rPr>
              <a:t>Clonable</a:t>
            </a:r>
            <a:r>
              <a:rPr lang="it-IT" sz="2400" dirty="0">
                <a:latin typeface="Helvetica" pitchFamily="2" charset="0"/>
              </a:rPr>
              <a:t> [</a:t>
            </a:r>
            <a:r>
              <a:rPr lang="it-IT" sz="2400" dirty="0" err="1">
                <a:latin typeface="Courier New" panose="02070309020205020404" pitchFamily="49" charset="0"/>
                <a:cs typeface="Courier New" panose="02070309020205020404" pitchFamily="49" charset="0"/>
              </a:rPr>
              <a:t>implements</a:t>
            </a:r>
            <a:r>
              <a:rPr lang="it-IT" sz="2400" dirty="0">
                <a:latin typeface="Courier New" panose="02070309020205020404" pitchFamily="49" charset="0"/>
                <a:cs typeface="Courier New" panose="02070309020205020404" pitchFamily="49" charset="0"/>
              </a:rPr>
              <a:t> </a:t>
            </a:r>
            <a:r>
              <a:rPr lang="it-IT" sz="2400" dirty="0" err="1">
                <a:latin typeface="Courier New" panose="02070309020205020404" pitchFamily="49" charset="0"/>
                <a:cs typeface="Courier New" panose="02070309020205020404" pitchFamily="49" charset="0"/>
              </a:rPr>
              <a:t>Cloneable</a:t>
            </a:r>
            <a:r>
              <a:rPr lang="it-IT" sz="2400" dirty="0">
                <a:latin typeface="Helvetica" pitchFamily="2" charset="0"/>
              </a:rPr>
              <a:t>] </a:t>
            </a:r>
            <a:r>
              <a:rPr lang="it-IT" sz="2400" dirty="0">
                <a:latin typeface="Helvetica" pitchFamily="2" charset="0"/>
                <a:sym typeface="Wingdings" pitchFamily="2" charset="2"/>
              </a:rPr>
              <a:t> sarà più chiaro quando vedremo le Interface in Java.</a:t>
            </a:r>
            <a:endParaRPr lang="it-IT" sz="2400" dirty="0">
              <a:latin typeface="Helvetica" pitchFamily="2" charset="0"/>
            </a:endParaRPr>
          </a:p>
          <a:p>
            <a:pPr marL="0" indent="0">
              <a:buFont typeface="Wingdings" pitchFamily="2" charset="2"/>
              <a:buNone/>
              <a:defRPr/>
            </a:pPr>
            <a:endParaRPr lang="it-IT" altLang="it-IT" dirty="0"/>
          </a:p>
        </p:txBody>
      </p:sp>
      <p:sp>
        <p:nvSpPr>
          <p:cNvPr id="2" name="CasellaDiTesto 1">
            <a:extLst>
              <a:ext uri="{FF2B5EF4-FFF2-40B4-BE49-F238E27FC236}">
                <a16:creationId xmlns:a16="http://schemas.microsoft.com/office/drawing/2014/main" id="{782639F4-8CC6-2D5B-EA05-1A8E4AB8F214}"/>
              </a:ext>
            </a:extLst>
          </p:cNvPr>
          <p:cNvSpPr txBox="1"/>
          <p:nvPr/>
        </p:nvSpPr>
        <p:spPr>
          <a:xfrm>
            <a:off x="725488" y="1062038"/>
            <a:ext cx="7007225" cy="369887"/>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it-IT" b="1" dirty="0" err="1"/>
              <a:t>protected</a:t>
            </a:r>
            <a:r>
              <a:rPr lang="it-IT" b="1" dirty="0"/>
              <a:t> Object clone() </a:t>
            </a:r>
            <a:r>
              <a:rPr lang="it-IT" b="1" dirty="0" err="1"/>
              <a:t>throws</a:t>
            </a:r>
            <a:r>
              <a:rPr lang="it-IT" b="1" dirty="0"/>
              <a:t> </a:t>
            </a:r>
            <a:r>
              <a:rPr lang="it-IT" b="1" dirty="0" err="1"/>
              <a:t>CloneNotSupportedException</a:t>
            </a:r>
            <a:endParaRPr lang="it-IT"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olo 1">
            <a:extLst>
              <a:ext uri="{FF2B5EF4-FFF2-40B4-BE49-F238E27FC236}">
                <a16:creationId xmlns:a16="http://schemas.microsoft.com/office/drawing/2014/main" id="{2952458C-9737-B4E5-E157-A922E472EDC6}"/>
              </a:ext>
            </a:extLst>
          </p:cNvPr>
          <p:cNvSpPr>
            <a:spLocks noGrp="1" noChangeArrowheads="1"/>
          </p:cNvSpPr>
          <p:nvPr>
            <p:ph type="title"/>
          </p:nvPr>
        </p:nvSpPr>
        <p:spPr>
          <a:xfrm>
            <a:off x="457200" y="-185738"/>
            <a:ext cx="7543800" cy="1295401"/>
          </a:xfrm>
        </p:spPr>
        <p:txBody>
          <a:bodyPr/>
          <a:lstStyle/>
          <a:p>
            <a:r>
              <a:rPr lang="it-IT" altLang="it-IT"/>
              <a:t>Assegnazione tra oggetti</a:t>
            </a:r>
          </a:p>
        </p:txBody>
      </p:sp>
      <p:sp>
        <p:nvSpPr>
          <p:cNvPr id="3" name="Segnaposto contenuto 2">
            <a:extLst>
              <a:ext uri="{FF2B5EF4-FFF2-40B4-BE49-F238E27FC236}">
                <a16:creationId xmlns:a16="http://schemas.microsoft.com/office/drawing/2014/main" id="{DCB72C41-02FE-20C2-2C6F-77C25A581396}"/>
              </a:ext>
            </a:extLst>
          </p:cNvPr>
          <p:cNvSpPr>
            <a:spLocks noGrp="1"/>
          </p:cNvSpPr>
          <p:nvPr>
            <p:ph idx="1"/>
          </p:nvPr>
        </p:nvSpPr>
        <p:spPr>
          <a:xfrm>
            <a:off x="457200" y="1411288"/>
            <a:ext cx="8229600" cy="4411662"/>
          </a:xfrm>
        </p:spPr>
        <p:txBody>
          <a:bodyPr/>
          <a:lstStyle/>
          <a:p>
            <a:pPr>
              <a:defRPr/>
            </a:pPr>
            <a:r>
              <a:rPr lang="it-IT" sz="2400" i="1" dirty="0">
                <a:latin typeface="Helvetica" pitchFamily="2" charset="0"/>
              </a:rPr>
              <a:t>In Java, non esiste un operatore di assegnazione che consenta di copiare lo stato completo di un oggetto (cioè i valori dei campi dell'oggetto) da un oggetto all'altro.</a:t>
            </a:r>
          </a:p>
          <a:p>
            <a:pPr>
              <a:defRPr/>
            </a:pPr>
            <a:r>
              <a:rPr lang="it-IT" sz="2400" i="1" dirty="0">
                <a:latin typeface="Helvetica" pitchFamily="2" charset="0"/>
              </a:rPr>
              <a:t>Per copiare lo stato di un oggetto in un altro oggetto, è necessario utilizzare un approccio specifico, che può variare a seconda delle esigenze e delle caratteristiche dell'oggetto. Ad esempio:</a:t>
            </a:r>
          </a:p>
          <a:p>
            <a:pPr lvl="1">
              <a:defRPr/>
            </a:pPr>
            <a:r>
              <a:rPr lang="it-IT" sz="2000" i="1" dirty="0">
                <a:latin typeface="Helvetica" pitchFamily="2" charset="0"/>
              </a:rPr>
              <a:t>Utilizzare un costruttore di copia</a:t>
            </a:r>
          </a:p>
          <a:p>
            <a:pPr lvl="1">
              <a:defRPr/>
            </a:pPr>
            <a:r>
              <a:rPr lang="it-IT" sz="2000" i="1" dirty="0">
                <a:latin typeface="Helvetica" pitchFamily="2" charset="0"/>
              </a:rPr>
              <a:t>Implementare un metodo di copia personalizzato</a:t>
            </a:r>
          </a:p>
          <a:p>
            <a:pPr lvl="1">
              <a:defRPr/>
            </a:pPr>
            <a:r>
              <a:rPr lang="it-IT" sz="2000" i="1" dirty="0">
                <a:latin typeface="Helvetica" pitchFamily="2" charset="0"/>
              </a:rPr>
              <a:t>Utilizzare il metodo clone() (se appropriato)</a:t>
            </a:r>
          </a:p>
          <a:p>
            <a:pPr marL="0" indent="0">
              <a:buFont typeface="Wingdings" pitchFamily="2" charset="2"/>
              <a:buNone/>
              <a:defRPr/>
            </a:pPr>
            <a:endParaRPr lang="it-IT" sz="2400" i="1" dirty="0">
              <a:latin typeface="Helvetica" pitchFamily="2"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olo 1">
            <a:extLst>
              <a:ext uri="{FF2B5EF4-FFF2-40B4-BE49-F238E27FC236}">
                <a16:creationId xmlns:a16="http://schemas.microsoft.com/office/drawing/2014/main" id="{544096E4-735B-2F21-D18E-F1F97F0471A7}"/>
              </a:ext>
            </a:extLst>
          </p:cNvPr>
          <p:cNvSpPr>
            <a:spLocks noGrp="1" noChangeArrowheads="1"/>
          </p:cNvSpPr>
          <p:nvPr>
            <p:ph type="title"/>
          </p:nvPr>
        </p:nvSpPr>
        <p:spPr>
          <a:xfrm>
            <a:off x="457200" y="-466725"/>
            <a:ext cx="7543800" cy="1295400"/>
          </a:xfrm>
        </p:spPr>
        <p:txBody>
          <a:bodyPr/>
          <a:lstStyle/>
          <a:p>
            <a:r>
              <a:rPr lang="it-IT" altLang="it-IT"/>
              <a:t>finalize</a:t>
            </a:r>
          </a:p>
        </p:txBody>
      </p:sp>
      <p:sp>
        <p:nvSpPr>
          <p:cNvPr id="36866" name="Segnaposto contenuto 2">
            <a:extLst>
              <a:ext uri="{FF2B5EF4-FFF2-40B4-BE49-F238E27FC236}">
                <a16:creationId xmlns:a16="http://schemas.microsoft.com/office/drawing/2014/main" id="{ED7AA270-AE47-7D0F-1A35-073C96251EE2}"/>
              </a:ext>
            </a:extLst>
          </p:cNvPr>
          <p:cNvSpPr>
            <a:spLocks noGrp="1" noChangeArrowheads="1"/>
          </p:cNvSpPr>
          <p:nvPr>
            <p:ph idx="1"/>
          </p:nvPr>
        </p:nvSpPr>
        <p:spPr>
          <a:xfrm>
            <a:off x="361950" y="1909763"/>
            <a:ext cx="8229600" cy="4411662"/>
          </a:xfrm>
        </p:spPr>
        <p:txBody>
          <a:bodyPr/>
          <a:lstStyle/>
          <a:p>
            <a:r>
              <a:rPr lang="it-IT" altLang="it-IT" sz="2400" i="1">
                <a:latin typeface="Helvetica" pitchFamily="2" charset="0"/>
              </a:rPr>
              <a:t>Questo metodo </a:t>
            </a:r>
            <a:r>
              <a:rPr lang="it-IT" altLang="it-IT" sz="2400" i="1">
                <a:latin typeface="Times" pitchFamily="2" charset="0"/>
              </a:rPr>
              <a:t>protected </a:t>
            </a:r>
            <a:r>
              <a:rPr lang="it-IT" altLang="it-IT" sz="2400" i="1">
                <a:latin typeface="Helvetica" pitchFamily="2" charset="0"/>
              </a:rPr>
              <a:t>è invocato dal garbage collector per</a:t>
            </a:r>
            <a:r>
              <a:rPr lang="it-IT" altLang="it-IT" sz="2400">
                <a:latin typeface="Helvetica" pitchFamily="2" charset="0"/>
              </a:rPr>
              <a:t> </a:t>
            </a:r>
            <a:r>
              <a:rPr lang="it-IT" altLang="it-IT" sz="2400" i="1">
                <a:latin typeface="Helvetica" pitchFamily="2" charset="0"/>
              </a:rPr>
              <a:t>eseguire la “pulizia finale” di un oggetto prima di rimuoverlo dalla memoria</a:t>
            </a:r>
          </a:p>
          <a:p>
            <a:r>
              <a:rPr lang="it-IT" altLang="it-IT" sz="2400" i="1">
                <a:latin typeface="Helvetica" pitchFamily="2" charset="0"/>
              </a:rPr>
              <a:t>Un oggetto, infatti, oltre alla memoria può utilizzare altre risorse che devono essere rilasciate prima di rimuovere l’oggetto (cleanup)</a:t>
            </a:r>
          </a:p>
          <a:p>
            <a:r>
              <a:rPr lang="it-IT" altLang="it-IT" sz="2400" i="1">
                <a:latin typeface="Helvetica" pitchFamily="2" charset="0"/>
              </a:rPr>
              <a:t>Il garbage collector invoca il metodo finalize per eseguire il cleanup</a:t>
            </a:r>
          </a:p>
          <a:p>
            <a:r>
              <a:rPr lang="it-IT" altLang="it-IT" sz="2400" i="1">
                <a:latin typeface="Helvetica" pitchFamily="2" charset="0"/>
              </a:rPr>
              <a:t>L'implementazione predefinita di finalize() nella classe Object è vuota, il cleanup è dipendente dall’applicazione perciò il metodo finalize può essere sovrascritto</a:t>
            </a:r>
          </a:p>
          <a:p>
            <a:endParaRPr lang="it-IT" altLang="it-IT"/>
          </a:p>
        </p:txBody>
      </p:sp>
      <p:sp>
        <p:nvSpPr>
          <p:cNvPr id="2" name="CasellaDiTesto 1">
            <a:extLst>
              <a:ext uri="{FF2B5EF4-FFF2-40B4-BE49-F238E27FC236}">
                <a16:creationId xmlns:a16="http://schemas.microsoft.com/office/drawing/2014/main" id="{06761A09-13C6-1D74-6AA7-83E18E82973C}"/>
              </a:ext>
            </a:extLst>
          </p:cNvPr>
          <p:cNvSpPr txBox="1"/>
          <p:nvPr/>
        </p:nvSpPr>
        <p:spPr>
          <a:xfrm>
            <a:off x="457200" y="933450"/>
            <a:ext cx="8399463" cy="585788"/>
          </a:xfrm>
          <a:prstGeom prst="rect">
            <a:avLst/>
          </a:prstGeom>
        </p:spPr>
        <p:style>
          <a:lnRef idx="1">
            <a:schemeClr val="accent2"/>
          </a:lnRef>
          <a:fillRef idx="2">
            <a:schemeClr val="accent2"/>
          </a:fillRef>
          <a:effectRef idx="1">
            <a:schemeClr val="accent2"/>
          </a:effectRef>
          <a:fontRef idx="minor">
            <a:schemeClr val="dk1"/>
          </a:fontRef>
        </p:style>
        <p:txBody>
          <a:bodyPr wrap="none">
            <a:spAutoFit/>
          </a:bodyPr>
          <a:lstStyle/>
          <a:p>
            <a:pPr>
              <a:defRPr/>
            </a:pPr>
            <a:r>
              <a:rPr lang="it-IT" sz="3200" b="1" dirty="0" err="1"/>
              <a:t>protected</a:t>
            </a:r>
            <a:r>
              <a:rPr lang="it-IT" sz="3200" b="1" dirty="0"/>
              <a:t> </a:t>
            </a:r>
            <a:r>
              <a:rPr lang="it-IT" sz="3200" b="1" dirty="0" err="1"/>
              <a:t>void</a:t>
            </a:r>
            <a:r>
              <a:rPr lang="it-IT" sz="3200" b="1" dirty="0"/>
              <a:t> </a:t>
            </a:r>
            <a:r>
              <a:rPr lang="it-IT" sz="3200" b="1" dirty="0" err="1"/>
              <a:t>finalize</a:t>
            </a:r>
            <a:r>
              <a:rPr lang="it-IT" sz="3200" b="1" dirty="0"/>
              <a:t>() </a:t>
            </a:r>
            <a:r>
              <a:rPr lang="it-IT" sz="3200" b="1" dirty="0" err="1"/>
              <a:t>throws</a:t>
            </a:r>
            <a:r>
              <a:rPr lang="it-IT" sz="3200" b="1" dirty="0"/>
              <a:t> </a:t>
            </a:r>
            <a:r>
              <a:rPr lang="it-IT" sz="3200" b="1" dirty="0" err="1"/>
              <a:t>Throwable</a:t>
            </a:r>
            <a:endParaRPr lang="it-IT" sz="3200" b="1"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7730F632-051A-9D54-E544-028CBC013CFE}"/>
              </a:ext>
            </a:extLst>
          </p:cNvPr>
          <p:cNvSpPr>
            <a:spLocks noGrp="1" noChangeArrowheads="1"/>
          </p:cNvSpPr>
          <p:nvPr>
            <p:ph type="title"/>
          </p:nvPr>
        </p:nvSpPr>
        <p:spPr>
          <a:xfrm>
            <a:off x="355600" y="-220663"/>
            <a:ext cx="7543800" cy="1295401"/>
          </a:xfrm>
        </p:spPr>
        <p:txBody>
          <a:bodyPr/>
          <a:lstStyle/>
          <a:p>
            <a:pPr eaLnBrk="1" hangingPunct="1"/>
            <a:r>
              <a:rPr lang="it-IT" altLang="it-IT"/>
              <a:t>Riferimenti</a:t>
            </a:r>
          </a:p>
        </p:txBody>
      </p:sp>
      <p:sp>
        <p:nvSpPr>
          <p:cNvPr id="37890" name="Rectangle 3">
            <a:extLst>
              <a:ext uri="{FF2B5EF4-FFF2-40B4-BE49-F238E27FC236}">
                <a16:creationId xmlns:a16="http://schemas.microsoft.com/office/drawing/2014/main" id="{EFDC2D3E-FF78-2184-ADE4-DBAC153C29D1}"/>
              </a:ext>
            </a:extLst>
          </p:cNvPr>
          <p:cNvSpPr>
            <a:spLocks noGrp="1" noChangeArrowheads="1"/>
          </p:cNvSpPr>
          <p:nvPr>
            <p:ph type="body" idx="1"/>
          </p:nvPr>
        </p:nvSpPr>
        <p:spPr>
          <a:xfrm>
            <a:off x="0" y="1341438"/>
            <a:ext cx="8229600" cy="4411662"/>
          </a:xfrm>
        </p:spPr>
        <p:txBody>
          <a:bodyPr/>
          <a:lstStyle/>
          <a:p>
            <a:pPr lvl="1" eaLnBrk="1" hangingPunct="1"/>
            <a:r>
              <a:rPr lang="it-IT" altLang="it-IT" dirty="0"/>
              <a:t>Programmare in Java: Capitolo 9, paragrafo 9.6</a:t>
            </a:r>
          </a:p>
          <a:p>
            <a:pPr lvl="1" eaLnBrk="1" hangingPunct="1"/>
            <a:r>
              <a:rPr lang="it-IT" altLang="it-IT" dirty="0" err="1"/>
              <a:t>Savitch</a:t>
            </a:r>
            <a:r>
              <a:rPr lang="it-IT" altLang="it-IT" dirty="0"/>
              <a:t>: paragrafo 10.3.6, 11.1.6 (</a:t>
            </a:r>
            <a:r>
              <a:rPr lang="it-IT" altLang="it-IT" dirty="0" err="1"/>
              <a:t>istanceof</a:t>
            </a:r>
            <a:r>
              <a:rPr lang="it-IT" altLang="it-IT" dirty="0"/>
              <a:t>)</a:t>
            </a:r>
          </a:p>
        </p:txBody>
      </p:sp>
    </p:spTree>
  </p:cSld>
  <p:clrMapOvr>
    <a:masterClrMapping/>
  </p:clrMapOvr>
</p:sld>
</file>

<file path=ppt/theme/theme1.xml><?xml version="1.0" encoding="utf-8"?>
<a:theme xmlns:a="http://schemas.openxmlformats.org/drawingml/2006/main" name="Rete">
  <a:themeElements>
    <a:clrScheme name="Rete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Re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altLang="it-IT"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altLang="it-IT" sz="1800" b="0" i="0" u="none" strike="noStrike" cap="none" normalizeH="0" baseline="0" smtClean="0">
            <a:ln>
              <a:noFill/>
            </a:ln>
            <a:solidFill>
              <a:schemeClr val="tx1"/>
            </a:solidFill>
            <a:effectLst/>
            <a:latin typeface="Arial" charset="0"/>
          </a:defRPr>
        </a:defPPr>
      </a:lstStyle>
    </a:lnDef>
  </a:objectDefaults>
  <a:extraClrSchemeLst>
    <a:extraClrScheme>
      <a:clrScheme name="Rete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Rete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Rete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Rete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Rete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Rete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Rete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Rete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Rete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Rete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Rete">
  <a:themeElements>
    <a:clrScheme name="Rete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Re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altLang="it-IT"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altLang="it-IT" sz="1800" b="0" i="0" u="none" strike="noStrike" cap="none" normalizeH="0" baseline="0" smtClean="0">
            <a:ln>
              <a:noFill/>
            </a:ln>
            <a:solidFill>
              <a:schemeClr val="tx1"/>
            </a:solidFill>
            <a:effectLst/>
            <a:latin typeface="Arial" charset="0"/>
          </a:defRPr>
        </a:defPPr>
      </a:lstStyle>
    </a:lnDef>
  </a:objectDefaults>
  <a:extraClrSchemeLst>
    <a:extraClrScheme>
      <a:clrScheme name="Rete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Rete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Rete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Rete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Rete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Rete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Rete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Rete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Rete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Rete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Tema di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075877EE1B70A4284EAAAD4F5DAB5A8" ma:contentTypeVersion="3" ma:contentTypeDescription="Creare un nuovo documento." ma:contentTypeScope="" ma:versionID="a7e46084dffff10b7d5d732bbf6e018f">
  <xsd:schema xmlns:xsd="http://www.w3.org/2001/XMLSchema" xmlns:xs="http://www.w3.org/2001/XMLSchema" xmlns:p="http://schemas.microsoft.com/office/2006/metadata/properties" xmlns:ns2="26b08820-12d9-4581-8254-4e993db2160e" targetNamespace="http://schemas.microsoft.com/office/2006/metadata/properties" ma:root="true" ma:fieldsID="34eb380c37454f35a11a7abcb447a341" ns2:_="">
    <xsd:import namespace="26b08820-12d9-4581-8254-4e993db2160e"/>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b08820-12d9-4581-8254-4e993db216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848C8F-B5DC-4B8B-90EA-FF98B51627DA}"/>
</file>

<file path=customXml/itemProps2.xml><?xml version="1.0" encoding="utf-8"?>
<ds:datastoreItem xmlns:ds="http://schemas.openxmlformats.org/officeDocument/2006/customXml" ds:itemID="{EC585F28-C51A-934E-90D4-7EC4E00654A5}">
  <ds:schemaRefs>
    <ds:schemaRef ds:uri="http://schemas.microsoft.com/sharepoint/v3/contenttype/forms"/>
  </ds:schemaRefs>
</ds:datastoreItem>
</file>

<file path=customXml/itemProps3.xml><?xml version="1.0" encoding="utf-8"?>
<ds:datastoreItem xmlns:ds="http://schemas.openxmlformats.org/officeDocument/2006/customXml" ds:itemID="{FE5F5CD0-EF6A-4B13-9FC0-4661E0D4EA17}">
  <ds:schemaRefs>
    <ds:schemaRef ds:uri="http://schemas.microsoft.com/office/infopath/2007/PartnerControls"/>
    <ds:schemaRef ds:uri="http://purl.org/dc/elements/1.1/"/>
    <ds:schemaRef ds:uri="http://purl.org/dc/dcmitype/"/>
    <ds:schemaRef ds:uri="http://schemas.microsoft.com/office/2006/documentManagement/types"/>
    <ds:schemaRef ds:uri="http://schemas.openxmlformats.org/package/2006/metadata/core-properties"/>
    <ds:schemaRef ds:uri="http://purl.org/dc/terms/"/>
    <ds:schemaRef ds:uri="5387fd40-4559-49a3-8457-9f9a85abe1c1"/>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Network</Template>
  <TotalTime>7701</TotalTime>
  <Words>1975</Words>
  <Application>Microsoft Macintosh PowerPoint</Application>
  <PresentationFormat>Presentazione su schermo (4:3)</PresentationFormat>
  <Paragraphs>171</Paragraphs>
  <Slides>22</Slides>
  <Notes>3</Notes>
  <HiddenSlides>0</HiddenSlides>
  <MMClips>0</MMClips>
  <ScaleCrop>false</ScaleCrop>
  <HeadingPairs>
    <vt:vector size="6" baseType="variant">
      <vt:variant>
        <vt:lpstr>Caratteri utilizzati</vt:lpstr>
      </vt:variant>
      <vt:variant>
        <vt:i4>8</vt:i4>
      </vt:variant>
      <vt:variant>
        <vt:lpstr>Tema</vt:lpstr>
      </vt:variant>
      <vt:variant>
        <vt:i4>2</vt:i4>
      </vt:variant>
      <vt:variant>
        <vt:lpstr>Titoli diapositive</vt:lpstr>
      </vt:variant>
      <vt:variant>
        <vt:i4>22</vt:i4>
      </vt:variant>
    </vt:vector>
  </HeadingPairs>
  <TitlesOfParts>
    <vt:vector size="32" baseType="lpstr">
      <vt:lpstr>Arial</vt:lpstr>
      <vt:lpstr>Courier New</vt:lpstr>
      <vt:lpstr>Helvetica</vt:lpstr>
      <vt:lpstr>Menlo</vt:lpstr>
      <vt:lpstr>Söhne</vt:lpstr>
      <vt:lpstr>Times</vt:lpstr>
      <vt:lpstr>Times New Roman</vt:lpstr>
      <vt:lpstr>Wingdings</vt:lpstr>
      <vt:lpstr>Rete</vt:lpstr>
      <vt:lpstr>1_Rete</vt:lpstr>
      <vt:lpstr>  Corso di Programmazione</vt:lpstr>
      <vt:lpstr>La superclasse Object</vt:lpstr>
      <vt:lpstr>Metodi di Object</vt:lpstr>
      <vt:lpstr>getClass</vt:lpstr>
      <vt:lpstr>getClass</vt:lpstr>
      <vt:lpstr>toString</vt:lpstr>
      <vt:lpstr>toString</vt:lpstr>
      <vt:lpstr>equals</vt:lpstr>
      <vt:lpstr>Equals per la classe Complex</vt:lpstr>
      <vt:lpstr>Analisi della implementazione</vt:lpstr>
      <vt:lpstr>Osservazione</vt:lpstr>
      <vt:lpstr>Ottimizzazione Equals per la classe Complex</vt:lpstr>
      <vt:lpstr>Metodo hashCode() e la sua relazione con equals()</vt:lpstr>
      <vt:lpstr>Regola fondamentale</vt:lpstr>
      <vt:lpstr>Cosa succede se NON si ridefinisce hashCode()?</vt:lpstr>
      <vt:lpstr>Criteri generali per costruire un buon hashCode()</vt:lpstr>
      <vt:lpstr>Criteri generali per costruire un buon hashCode()</vt:lpstr>
      <vt:lpstr>L’operatore instanceof</vt:lpstr>
      <vt:lpstr>clone</vt:lpstr>
      <vt:lpstr>Assegnazione tra oggetti</vt:lpstr>
      <vt:lpstr>finalize</vt:lpstr>
      <vt:lpstr>Riferimenti</vt:lpstr>
    </vt:vector>
  </TitlesOfParts>
  <Company>DIS - Università di Napoli Federico II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Introduzione alla programmazione ad oggetti e al  C++</dc:title>
  <dc:subject>Corso di Programmazione I</dc:subject>
  <dc:creator>Stefano Russo</dc:creator>
  <cp:lastModifiedBy>VALERIA VITTORINI</cp:lastModifiedBy>
  <cp:revision>188</cp:revision>
  <dcterms:created xsi:type="dcterms:W3CDTF">2000-04-16T16:37:07Z</dcterms:created>
  <dcterms:modified xsi:type="dcterms:W3CDTF">2025-04-14T08:42:56Z</dcterms:modified>
  <cp:category>Trasparenze dalle lezioni</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2024-02-18T15:49:49Z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cd53838c-865c-4ea1-b3ef-3f32a35eb498</vt:lpwstr>
  </property>
  <property fmtid="{D5CDD505-2E9C-101B-9397-08002B2CF9AE}" pid="8" name="MSIP_Label_2ad0b24d-6422-44b0-b3de-abb3a9e8c81a_ContentBits">
    <vt:lpwstr>0</vt:lpwstr>
  </property>
  <property fmtid="{D5CDD505-2E9C-101B-9397-08002B2CF9AE}" pid="9" name="ContentTypeId">
    <vt:lpwstr>0x010100C075877EE1B70A4284EAAAD4F5DAB5A8</vt:lpwstr>
  </property>
</Properties>
</file>