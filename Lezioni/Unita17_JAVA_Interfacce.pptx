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37"/>
  </p:notesMasterIdLst>
  <p:handoutMasterIdLst>
    <p:handoutMasterId r:id="rId38"/>
  </p:handoutMasterIdLst>
  <p:sldIdLst>
    <p:sldId id="304" r:id="rId5"/>
    <p:sldId id="319" r:id="rId6"/>
    <p:sldId id="320" r:id="rId7"/>
    <p:sldId id="322" r:id="rId8"/>
    <p:sldId id="323" r:id="rId9"/>
    <p:sldId id="321" r:id="rId10"/>
    <p:sldId id="345" r:id="rId11"/>
    <p:sldId id="324" r:id="rId12"/>
    <p:sldId id="347" r:id="rId13"/>
    <p:sldId id="325" r:id="rId14"/>
    <p:sldId id="328" r:id="rId15"/>
    <p:sldId id="329" r:id="rId16"/>
    <p:sldId id="326" r:id="rId17"/>
    <p:sldId id="330" r:id="rId18"/>
    <p:sldId id="327" r:id="rId19"/>
    <p:sldId id="346" r:id="rId20"/>
    <p:sldId id="331" r:id="rId21"/>
    <p:sldId id="332" r:id="rId22"/>
    <p:sldId id="333" r:id="rId23"/>
    <p:sldId id="334" r:id="rId24"/>
    <p:sldId id="349" r:id="rId25"/>
    <p:sldId id="338" r:id="rId26"/>
    <p:sldId id="339" r:id="rId27"/>
    <p:sldId id="340" r:id="rId28"/>
    <p:sldId id="342" r:id="rId29"/>
    <p:sldId id="343" r:id="rId30"/>
    <p:sldId id="335" r:id="rId31"/>
    <p:sldId id="336" r:id="rId32"/>
    <p:sldId id="337" r:id="rId33"/>
    <p:sldId id="344" r:id="rId34"/>
    <p:sldId id="348" r:id="rId35"/>
    <p:sldId id="317" r:id="rId36"/>
  </p:sldIdLst>
  <p:sldSz cx="9144000" cy="6858000" type="screen4x3"/>
  <p:notesSz cx="7102475" cy="10233025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C7351-5F5F-8C42-A4A2-875C885D7514}" v="124" dt="2024-04-30T14:43:03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37"/>
  </p:normalViewPr>
  <p:slideViewPr>
    <p:cSldViewPr snapToGrid="0">
      <p:cViewPr varScale="1">
        <p:scale>
          <a:sx n="102" d="100"/>
          <a:sy n="102" d="100"/>
        </p:scale>
        <p:origin x="192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RIA VITTORINI" userId="8c590808-2c0b-4c77-aa35-c80ef3354ea7" providerId="ADAL" clId="{64DC7351-5F5F-8C42-A4A2-875C885D7514}"/>
    <pc:docChg chg="custSel modSld">
      <pc:chgData name="VALERIA VITTORINI" userId="8c590808-2c0b-4c77-aa35-c80ef3354ea7" providerId="ADAL" clId="{64DC7351-5F5F-8C42-A4A2-875C885D7514}" dt="2024-05-02T11:10:38.016" v="148" actId="20577"/>
      <pc:docMkLst>
        <pc:docMk/>
      </pc:docMkLst>
      <pc:sldChg chg="modSp mod">
        <pc:chgData name="VALERIA VITTORINI" userId="8c590808-2c0b-4c77-aa35-c80ef3354ea7" providerId="ADAL" clId="{64DC7351-5F5F-8C42-A4A2-875C885D7514}" dt="2024-04-30T14:34:34.639" v="2" actId="20577"/>
        <pc:sldMkLst>
          <pc:docMk/>
          <pc:sldMk cId="2778556406" sldId="321"/>
        </pc:sldMkLst>
        <pc:spChg chg="mod">
          <ac:chgData name="VALERIA VITTORINI" userId="8c590808-2c0b-4c77-aa35-c80ef3354ea7" providerId="ADAL" clId="{64DC7351-5F5F-8C42-A4A2-875C885D7514}" dt="2024-04-30T14:34:34.639" v="2" actId="20577"/>
          <ac:spMkLst>
            <pc:docMk/>
            <pc:sldMk cId="2778556406" sldId="321"/>
            <ac:spMk id="3" creationId="{B8E8A05E-E860-6D20-944D-0E0D6C7BC8E1}"/>
          </ac:spMkLst>
        </pc:spChg>
      </pc:sldChg>
      <pc:sldChg chg="modSp mod">
        <pc:chgData name="VALERIA VITTORINI" userId="8c590808-2c0b-4c77-aa35-c80ef3354ea7" providerId="ADAL" clId="{64DC7351-5F5F-8C42-A4A2-875C885D7514}" dt="2024-04-30T14:36:43.214" v="24" actId="5793"/>
        <pc:sldMkLst>
          <pc:docMk/>
          <pc:sldMk cId="3892784284" sldId="325"/>
        </pc:sldMkLst>
        <pc:spChg chg="mod">
          <ac:chgData name="VALERIA VITTORINI" userId="8c590808-2c0b-4c77-aa35-c80ef3354ea7" providerId="ADAL" clId="{64DC7351-5F5F-8C42-A4A2-875C885D7514}" dt="2024-04-30T14:36:43.214" v="24" actId="5793"/>
          <ac:spMkLst>
            <pc:docMk/>
            <pc:sldMk cId="3892784284" sldId="325"/>
            <ac:spMk id="2" creationId="{9F956310-E0BA-669B-DC3A-C78617DADB31}"/>
          </ac:spMkLst>
        </pc:spChg>
      </pc:sldChg>
      <pc:sldChg chg="modSp mod">
        <pc:chgData name="VALERIA VITTORINI" userId="8c590808-2c0b-4c77-aa35-c80ef3354ea7" providerId="ADAL" clId="{64DC7351-5F5F-8C42-A4A2-875C885D7514}" dt="2024-04-30T14:36:57.167" v="34" actId="20577"/>
        <pc:sldMkLst>
          <pc:docMk/>
          <pc:sldMk cId="1556108476" sldId="328"/>
        </pc:sldMkLst>
        <pc:spChg chg="mod">
          <ac:chgData name="VALERIA VITTORINI" userId="8c590808-2c0b-4c77-aa35-c80ef3354ea7" providerId="ADAL" clId="{64DC7351-5F5F-8C42-A4A2-875C885D7514}" dt="2024-04-30T14:36:57.167" v="34" actId="20577"/>
          <ac:spMkLst>
            <pc:docMk/>
            <pc:sldMk cId="1556108476" sldId="328"/>
            <ac:spMk id="2" creationId="{34FCD7D8-F36A-8BE5-5147-E31E9299F1D0}"/>
          </ac:spMkLst>
        </pc:spChg>
      </pc:sldChg>
      <pc:sldChg chg="modSp mod">
        <pc:chgData name="VALERIA VITTORINI" userId="8c590808-2c0b-4c77-aa35-c80ef3354ea7" providerId="ADAL" clId="{64DC7351-5F5F-8C42-A4A2-875C885D7514}" dt="2024-04-30T14:37:37.694" v="43" actId="5793"/>
        <pc:sldMkLst>
          <pc:docMk/>
          <pc:sldMk cId="1865991465" sldId="331"/>
        </pc:sldMkLst>
        <pc:spChg chg="mod">
          <ac:chgData name="VALERIA VITTORINI" userId="8c590808-2c0b-4c77-aa35-c80ef3354ea7" providerId="ADAL" clId="{64DC7351-5F5F-8C42-A4A2-875C885D7514}" dt="2024-04-30T14:37:37.694" v="43" actId="5793"/>
          <ac:spMkLst>
            <pc:docMk/>
            <pc:sldMk cId="1865991465" sldId="331"/>
            <ac:spMk id="2" creationId="{986F3120-4C1A-AE66-265F-C373B3627B45}"/>
          </ac:spMkLst>
        </pc:spChg>
      </pc:sldChg>
      <pc:sldChg chg="modSp mod">
        <pc:chgData name="VALERIA VITTORINI" userId="8c590808-2c0b-4c77-aa35-c80ef3354ea7" providerId="ADAL" clId="{64DC7351-5F5F-8C42-A4A2-875C885D7514}" dt="2024-04-30T14:37:53.080" v="54" actId="1076"/>
        <pc:sldMkLst>
          <pc:docMk/>
          <pc:sldMk cId="3319183436" sldId="332"/>
        </pc:sldMkLst>
        <pc:spChg chg="mod">
          <ac:chgData name="VALERIA VITTORINI" userId="8c590808-2c0b-4c77-aa35-c80ef3354ea7" providerId="ADAL" clId="{64DC7351-5F5F-8C42-A4A2-875C885D7514}" dt="2024-04-30T14:37:53.080" v="54" actId="1076"/>
          <ac:spMkLst>
            <pc:docMk/>
            <pc:sldMk cId="3319183436" sldId="332"/>
            <ac:spMk id="2" creationId="{670FBEDA-92A8-47CA-07FA-448072C1C1E1}"/>
          </ac:spMkLst>
        </pc:spChg>
      </pc:sldChg>
      <pc:sldChg chg="modSp mod">
        <pc:chgData name="VALERIA VITTORINI" userId="8c590808-2c0b-4c77-aa35-c80ef3354ea7" providerId="ADAL" clId="{64DC7351-5F5F-8C42-A4A2-875C885D7514}" dt="2024-04-30T14:38:05.656" v="66" actId="20577"/>
        <pc:sldMkLst>
          <pc:docMk/>
          <pc:sldMk cId="1977882802" sldId="333"/>
        </pc:sldMkLst>
        <pc:spChg chg="mod">
          <ac:chgData name="VALERIA VITTORINI" userId="8c590808-2c0b-4c77-aa35-c80ef3354ea7" providerId="ADAL" clId="{64DC7351-5F5F-8C42-A4A2-875C885D7514}" dt="2024-04-30T14:38:05.656" v="66" actId="20577"/>
          <ac:spMkLst>
            <pc:docMk/>
            <pc:sldMk cId="1977882802" sldId="333"/>
            <ac:spMk id="2" creationId="{670FBEDA-92A8-47CA-07FA-448072C1C1E1}"/>
          </ac:spMkLst>
        </pc:spChg>
      </pc:sldChg>
      <pc:sldChg chg="modSp mod">
        <pc:chgData name="VALERIA VITTORINI" userId="8c590808-2c0b-4c77-aa35-c80ef3354ea7" providerId="ADAL" clId="{64DC7351-5F5F-8C42-A4A2-875C885D7514}" dt="2024-04-30T14:38:22.583" v="77" actId="1076"/>
        <pc:sldMkLst>
          <pc:docMk/>
          <pc:sldMk cId="3046756348" sldId="334"/>
        </pc:sldMkLst>
        <pc:spChg chg="mod">
          <ac:chgData name="VALERIA VITTORINI" userId="8c590808-2c0b-4c77-aa35-c80ef3354ea7" providerId="ADAL" clId="{64DC7351-5F5F-8C42-A4A2-875C885D7514}" dt="2024-04-30T14:38:17.348" v="76" actId="5793"/>
          <ac:spMkLst>
            <pc:docMk/>
            <pc:sldMk cId="3046756348" sldId="334"/>
            <ac:spMk id="2" creationId="{D7991E8B-127B-F55D-2807-B6787202B50B}"/>
          </ac:spMkLst>
        </pc:spChg>
        <pc:picChg chg="mod">
          <ac:chgData name="VALERIA VITTORINI" userId="8c590808-2c0b-4c77-aa35-c80ef3354ea7" providerId="ADAL" clId="{64DC7351-5F5F-8C42-A4A2-875C885D7514}" dt="2024-04-30T14:38:22.583" v="77" actId="1076"/>
          <ac:picMkLst>
            <pc:docMk/>
            <pc:sldMk cId="3046756348" sldId="334"/>
            <ac:picMk id="5" creationId="{83E35961-5C5C-0719-D58D-1D120DACFD52}"/>
          </ac:picMkLst>
        </pc:picChg>
      </pc:sldChg>
      <pc:sldChg chg="modSp mod">
        <pc:chgData name="VALERIA VITTORINI" userId="8c590808-2c0b-4c77-aa35-c80ef3354ea7" providerId="ADAL" clId="{64DC7351-5F5F-8C42-A4A2-875C885D7514}" dt="2024-04-30T14:39:10.002" v="81" actId="1076"/>
        <pc:sldMkLst>
          <pc:docMk/>
          <pc:sldMk cId="3110759433" sldId="343"/>
        </pc:sldMkLst>
        <pc:spChg chg="mod">
          <ac:chgData name="VALERIA VITTORINI" userId="8c590808-2c0b-4c77-aa35-c80ef3354ea7" providerId="ADAL" clId="{64DC7351-5F5F-8C42-A4A2-875C885D7514}" dt="2024-04-30T14:38:52.681" v="78" actId="1076"/>
          <ac:spMkLst>
            <pc:docMk/>
            <pc:sldMk cId="3110759433" sldId="343"/>
            <ac:spMk id="5" creationId="{E5775024-CDAD-0E1A-5294-C91B61DBCE1B}"/>
          </ac:spMkLst>
        </pc:spChg>
        <pc:picChg chg="mod">
          <ac:chgData name="VALERIA VITTORINI" userId="8c590808-2c0b-4c77-aa35-c80ef3354ea7" providerId="ADAL" clId="{64DC7351-5F5F-8C42-A4A2-875C885D7514}" dt="2024-04-30T14:39:10.002" v="81" actId="1076"/>
          <ac:picMkLst>
            <pc:docMk/>
            <pc:sldMk cId="3110759433" sldId="343"/>
            <ac:picMk id="4" creationId="{25E51D23-8981-4472-7F86-EF6D94880358}"/>
          </ac:picMkLst>
        </pc:picChg>
      </pc:sldChg>
      <pc:sldChg chg="modSp mod">
        <pc:chgData name="VALERIA VITTORINI" userId="8c590808-2c0b-4c77-aa35-c80ef3354ea7" providerId="ADAL" clId="{64DC7351-5F5F-8C42-A4A2-875C885D7514}" dt="2024-04-30T14:36:33.097" v="14" actId="20577"/>
        <pc:sldMkLst>
          <pc:docMk/>
          <pc:sldMk cId="3158954553" sldId="347"/>
        </pc:sldMkLst>
        <pc:spChg chg="mod">
          <ac:chgData name="VALERIA VITTORINI" userId="8c590808-2c0b-4c77-aa35-c80ef3354ea7" providerId="ADAL" clId="{64DC7351-5F5F-8C42-A4A2-875C885D7514}" dt="2024-04-30T14:36:33.097" v="14" actId="20577"/>
          <ac:spMkLst>
            <pc:docMk/>
            <pc:sldMk cId="3158954553" sldId="347"/>
            <ac:spMk id="2" creationId="{F45BE584-7E02-E8B6-BB9D-91160E72BE0D}"/>
          </ac:spMkLst>
        </pc:spChg>
        <pc:spChg chg="mod">
          <ac:chgData name="VALERIA VITTORINI" userId="8c590808-2c0b-4c77-aa35-c80ef3354ea7" providerId="ADAL" clId="{64DC7351-5F5F-8C42-A4A2-875C885D7514}" dt="2024-04-30T14:35:46.311" v="4" actId="1076"/>
          <ac:spMkLst>
            <pc:docMk/>
            <pc:sldMk cId="3158954553" sldId="347"/>
            <ac:spMk id="3" creationId="{490CCF3D-D8F4-EECC-E07F-6B4D84635C3A}"/>
          </ac:spMkLst>
        </pc:spChg>
      </pc:sldChg>
      <pc:sldChg chg="modSp mod">
        <pc:chgData name="VALERIA VITTORINI" userId="8c590808-2c0b-4c77-aa35-c80ef3354ea7" providerId="ADAL" clId="{64DC7351-5F5F-8C42-A4A2-875C885D7514}" dt="2024-05-02T11:10:38.016" v="148" actId="20577"/>
        <pc:sldMkLst>
          <pc:docMk/>
          <pc:sldMk cId="1471066160" sldId="348"/>
        </pc:sldMkLst>
        <pc:spChg chg="mod">
          <ac:chgData name="VALERIA VITTORINI" userId="8c590808-2c0b-4c77-aa35-c80ef3354ea7" providerId="ADAL" clId="{64DC7351-5F5F-8C42-A4A2-875C885D7514}" dt="2024-05-02T11:10:38.016" v="148" actId="20577"/>
          <ac:spMkLst>
            <pc:docMk/>
            <pc:sldMk cId="1471066160" sldId="348"/>
            <ac:spMk id="3" creationId="{6C175346-B000-FA49-9E79-753A18EA1A51}"/>
          </ac:spMkLst>
        </pc:spChg>
      </pc:sldChg>
    </pc:docChg>
  </pc:docChgLst>
  <pc:docChgLst>
    <pc:chgData name="DOMENICO AMALFITANO" userId="S::domenico.amalfitano@unina.it::fb6cf861-3113-480d-b8cc-6c34b43a24f9" providerId="AD" clId="Web-{A91C3CD8-D6EA-4CD1-9E1F-D2F8E356B229}"/>
    <pc:docChg chg="modSld">
      <pc:chgData name="DOMENICO AMALFITANO" userId="S::domenico.amalfitano@unina.it::fb6cf861-3113-480d-b8cc-6c34b43a24f9" providerId="AD" clId="Web-{A91C3CD8-D6EA-4CD1-9E1F-D2F8E356B229}" dt="2024-04-30T14:34:06.743" v="6" actId="20577"/>
      <pc:docMkLst>
        <pc:docMk/>
      </pc:docMkLst>
      <pc:sldChg chg="modSp">
        <pc:chgData name="DOMENICO AMALFITANO" userId="S::domenico.amalfitano@unina.it::fb6cf861-3113-480d-b8cc-6c34b43a24f9" providerId="AD" clId="Web-{A91C3CD8-D6EA-4CD1-9E1F-D2F8E356B229}" dt="2024-04-30T14:32:48.962" v="1" actId="20577"/>
        <pc:sldMkLst>
          <pc:docMk/>
          <pc:sldMk cId="465816382" sldId="320"/>
        </pc:sldMkLst>
        <pc:spChg chg="mod">
          <ac:chgData name="DOMENICO AMALFITANO" userId="S::domenico.amalfitano@unina.it::fb6cf861-3113-480d-b8cc-6c34b43a24f9" providerId="AD" clId="Web-{A91C3CD8-D6EA-4CD1-9E1F-D2F8E356B229}" dt="2024-04-30T14:32:48.962" v="1" actId="20577"/>
          <ac:spMkLst>
            <pc:docMk/>
            <pc:sldMk cId="465816382" sldId="320"/>
            <ac:spMk id="3" creationId="{1D1BC2E8-153B-FFFD-ABE2-659582A695D9}"/>
          </ac:spMkLst>
        </pc:spChg>
      </pc:sldChg>
      <pc:sldChg chg="modSp">
        <pc:chgData name="DOMENICO AMALFITANO" userId="S::domenico.amalfitano@unina.it::fb6cf861-3113-480d-b8cc-6c34b43a24f9" providerId="AD" clId="Web-{A91C3CD8-D6EA-4CD1-9E1F-D2F8E356B229}" dt="2024-04-30T14:34:06.743" v="6" actId="20577"/>
        <pc:sldMkLst>
          <pc:docMk/>
          <pc:sldMk cId="2778556406" sldId="321"/>
        </pc:sldMkLst>
        <pc:spChg chg="mod">
          <ac:chgData name="DOMENICO AMALFITANO" userId="S::domenico.amalfitano@unina.it::fb6cf861-3113-480d-b8cc-6c34b43a24f9" providerId="AD" clId="Web-{A91C3CD8-D6EA-4CD1-9E1F-D2F8E356B229}" dt="2024-04-30T14:34:06.743" v="6" actId="20577"/>
          <ac:spMkLst>
            <pc:docMk/>
            <pc:sldMk cId="2778556406" sldId="321"/>
            <ac:spMk id="3" creationId="{B8E8A05E-E860-6D20-944D-0E0D6C7BC8E1}"/>
          </ac:spMkLst>
        </pc:spChg>
      </pc:sldChg>
    </pc:docChg>
  </pc:docChgLst>
  <pc:docChgLst>
    <pc:chgData name="DOMENICO AMALFITANO" userId="S::domenico.amalfitano@unina.it::fb6cf861-3113-480d-b8cc-6c34b43a24f9" providerId="AD" clId="Web-{08530F2B-54D4-48DB-8EEA-0348B4A46B8C}"/>
    <pc:docChg chg="modSld">
      <pc:chgData name="DOMENICO AMALFITANO" userId="S::domenico.amalfitano@unina.it::fb6cf861-3113-480d-b8cc-6c34b43a24f9" providerId="AD" clId="Web-{08530F2B-54D4-48DB-8EEA-0348B4A46B8C}" dt="2024-05-01T08:56:40.018" v="1" actId="1076"/>
      <pc:docMkLst>
        <pc:docMk/>
      </pc:docMkLst>
      <pc:sldChg chg="modSp">
        <pc:chgData name="DOMENICO AMALFITANO" userId="S::domenico.amalfitano@unina.it::fb6cf861-3113-480d-b8cc-6c34b43a24f9" providerId="AD" clId="Web-{08530F2B-54D4-48DB-8EEA-0348B4A46B8C}" dt="2024-05-01T08:56:40.018" v="1" actId="1076"/>
        <pc:sldMkLst>
          <pc:docMk/>
          <pc:sldMk cId="1471066160" sldId="348"/>
        </pc:sldMkLst>
        <pc:spChg chg="mod">
          <ac:chgData name="DOMENICO AMALFITANO" userId="S::domenico.amalfitano@unina.it::fb6cf861-3113-480d-b8cc-6c34b43a24f9" providerId="AD" clId="Web-{08530F2B-54D4-48DB-8EEA-0348B4A46B8C}" dt="2024-05-01T08:56:37.424" v="0" actId="1076"/>
          <ac:spMkLst>
            <pc:docMk/>
            <pc:sldMk cId="1471066160" sldId="348"/>
            <ac:spMk id="2" creationId="{230CE3F8-16E3-0DC9-39A7-08B3950CDEA2}"/>
          </ac:spMkLst>
        </pc:spChg>
        <pc:spChg chg="mod">
          <ac:chgData name="DOMENICO AMALFITANO" userId="S::domenico.amalfitano@unina.it::fb6cf861-3113-480d-b8cc-6c34b43a24f9" providerId="AD" clId="Web-{08530F2B-54D4-48DB-8EEA-0348B4A46B8C}" dt="2024-05-01T08:56:40.018" v="1" actId="1076"/>
          <ac:spMkLst>
            <pc:docMk/>
            <pc:sldMk cId="1471066160" sldId="348"/>
            <ac:spMk id="3" creationId="{6C175346-B000-FA49-9E79-753A18EA1A51}"/>
          </ac:spMkLst>
        </pc:spChg>
      </pc:sldChg>
    </pc:docChg>
  </pc:docChgLst>
  <pc:docChgLst>
    <pc:chgData name="DOMENICO AMALFITANO" userId="S::domenico.amalfitano@unina.it::fb6cf861-3113-480d-b8cc-6c34b43a24f9" providerId="AD" clId="Web-{B19C7D5A-F18F-4FA2-ACC6-C7C525ACE0B3}"/>
    <pc:docChg chg="addSld modSld">
      <pc:chgData name="DOMENICO AMALFITANO" userId="S::domenico.amalfitano@unina.it::fb6cf861-3113-480d-b8cc-6c34b43a24f9" providerId="AD" clId="Web-{B19C7D5A-F18F-4FA2-ACC6-C7C525ACE0B3}" dt="2024-04-30T14:42:29.868" v="212" actId="14100"/>
      <pc:docMkLst>
        <pc:docMk/>
      </pc:docMkLst>
      <pc:sldChg chg="modSp">
        <pc:chgData name="DOMENICO AMALFITANO" userId="S::domenico.amalfitano@unina.it::fb6cf861-3113-480d-b8cc-6c34b43a24f9" providerId="AD" clId="Web-{B19C7D5A-F18F-4FA2-ACC6-C7C525ACE0B3}" dt="2024-04-30T14:37:55.085" v="0" actId="20577"/>
        <pc:sldMkLst>
          <pc:docMk/>
          <pc:sldMk cId="1865991465" sldId="331"/>
        </pc:sldMkLst>
        <pc:spChg chg="mod">
          <ac:chgData name="DOMENICO AMALFITANO" userId="S::domenico.amalfitano@unina.it::fb6cf861-3113-480d-b8cc-6c34b43a24f9" providerId="AD" clId="Web-{B19C7D5A-F18F-4FA2-ACC6-C7C525ACE0B3}" dt="2024-04-30T14:37:55.085" v="0" actId="20577"/>
          <ac:spMkLst>
            <pc:docMk/>
            <pc:sldMk cId="1865991465" sldId="331"/>
            <ac:spMk id="2" creationId="{986F3120-4C1A-AE66-265F-C373B3627B45}"/>
          </ac:spMkLst>
        </pc:spChg>
      </pc:sldChg>
      <pc:sldChg chg="modSp">
        <pc:chgData name="DOMENICO AMALFITANO" userId="S::domenico.amalfitano@unina.it::fb6cf861-3113-480d-b8cc-6c34b43a24f9" providerId="AD" clId="Web-{B19C7D5A-F18F-4FA2-ACC6-C7C525ACE0B3}" dt="2024-04-30T14:37:57.976" v="1" actId="20577"/>
        <pc:sldMkLst>
          <pc:docMk/>
          <pc:sldMk cId="3319183436" sldId="332"/>
        </pc:sldMkLst>
        <pc:spChg chg="mod">
          <ac:chgData name="DOMENICO AMALFITANO" userId="S::domenico.amalfitano@unina.it::fb6cf861-3113-480d-b8cc-6c34b43a24f9" providerId="AD" clId="Web-{B19C7D5A-F18F-4FA2-ACC6-C7C525ACE0B3}" dt="2024-04-30T14:37:57.976" v="1" actId="20577"/>
          <ac:spMkLst>
            <pc:docMk/>
            <pc:sldMk cId="3319183436" sldId="332"/>
            <ac:spMk id="2" creationId="{670FBEDA-92A8-47CA-07FA-448072C1C1E1}"/>
          </ac:spMkLst>
        </pc:spChg>
      </pc:sldChg>
      <pc:sldChg chg="modSp">
        <pc:chgData name="DOMENICO AMALFITANO" userId="S::domenico.amalfitano@unina.it::fb6cf861-3113-480d-b8cc-6c34b43a24f9" providerId="AD" clId="Web-{B19C7D5A-F18F-4FA2-ACC6-C7C525ACE0B3}" dt="2024-04-30T14:38:07.976" v="2" actId="20577"/>
        <pc:sldMkLst>
          <pc:docMk/>
          <pc:sldMk cId="1977882802" sldId="333"/>
        </pc:sldMkLst>
        <pc:spChg chg="mod">
          <ac:chgData name="DOMENICO AMALFITANO" userId="S::domenico.amalfitano@unina.it::fb6cf861-3113-480d-b8cc-6c34b43a24f9" providerId="AD" clId="Web-{B19C7D5A-F18F-4FA2-ACC6-C7C525ACE0B3}" dt="2024-04-30T14:38:07.976" v="2" actId="20577"/>
          <ac:spMkLst>
            <pc:docMk/>
            <pc:sldMk cId="1977882802" sldId="333"/>
            <ac:spMk id="2" creationId="{670FBEDA-92A8-47CA-07FA-448072C1C1E1}"/>
          </ac:spMkLst>
        </pc:spChg>
      </pc:sldChg>
      <pc:sldChg chg="modSp">
        <pc:chgData name="DOMENICO AMALFITANO" userId="S::domenico.amalfitano@unina.it::fb6cf861-3113-480d-b8cc-6c34b43a24f9" providerId="AD" clId="Web-{B19C7D5A-F18F-4FA2-ACC6-C7C525ACE0B3}" dt="2024-04-30T14:39:30.508" v="4" actId="1076"/>
        <pc:sldMkLst>
          <pc:docMk/>
          <pc:sldMk cId="3110759433" sldId="343"/>
        </pc:sldMkLst>
        <pc:picChg chg="mod">
          <ac:chgData name="DOMENICO AMALFITANO" userId="S::domenico.amalfitano@unina.it::fb6cf861-3113-480d-b8cc-6c34b43a24f9" providerId="AD" clId="Web-{B19C7D5A-F18F-4FA2-ACC6-C7C525ACE0B3}" dt="2024-04-30T14:39:30.508" v="4" actId="1076"/>
          <ac:picMkLst>
            <pc:docMk/>
            <pc:sldMk cId="3110759433" sldId="343"/>
            <ac:picMk id="4" creationId="{25E51D23-8981-4472-7F86-EF6D94880358}"/>
          </ac:picMkLst>
        </pc:picChg>
      </pc:sldChg>
      <pc:sldChg chg="modSp new">
        <pc:chgData name="DOMENICO AMALFITANO" userId="S::domenico.amalfitano@unina.it::fb6cf861-3113-480d-b8cc-6c34b43a24f9" providerId="AD" clId="Web-{B19C7D5A-F18F-4FA2-ACC6-C7C525ACE0B3}" dt="2024-04-30T14:42:29.868" v="212" actId="14100"/>
        <pc:sldMkLst>
          <pc:docMk/>
          <pc:sldMk cId="1471066160" sldId="348"/>
        </pc:sldMkLst>
        <pc:spChg chg="mod">
          <ac:chgData name="DOMENICO AMALFITANO" userId="S::domenico.amalfitano@unina.it::fb6cf861-3113-480d-b8cc-6c34b43a24f9" providerId="AD" clId="Web-{B19C7D5A-F18F-4FA2-ACC6-C7C525ACE0B3}" dt="2024-04-30T14:41:07.149" v="44" actId="20577"/>
          <ac:spMkLst>
            <pc:docMk/>
            <pc:sldMk cId="1471066160" sldId="348"/>
            <ac:spMk id="2" creationId="{230CE3F8-16E3-0DC9-39A7-08B3950CDEA2}"/>
          </ac:spMkLst>
        </pc:spChg>
        <pc:spChg chg="mod">
          <ac:chgData name="DOMENICO AMALFITANO" userId="S::domenico.amalfitano@unina.it::fb6cf861-3113-480d-b8cc-6c34b43a24f9" providerId="AD" clId="Web-{B19C7D5A-F18F-4FA2-ACC6-C7C525ACE0B3}" dt="2024-04-30T14:42:29.868" v="212" actId="14100"/>
          <ac:spMkLst>
            <pc:docMk/>
            <pc:sldMk cId="1471066160" sldId="348"/>
            <ac:spMk id="3" creationId="{6C175346-B000-FA49-9E79-753A18EA1A51}"/>
          </ac:spMkLst>
        </pc:spChg>
      </pc:sldChg>
    </pc:docChg>
  </pc:docChgLst>
  <pc:docChgLst>
    <pc:chgData name="DOMENICO AMALFITANO" userId="S::domenico.amalfitano@unina.it::fb6cf861-3113-480d-b8cc-6c34b43a24f9" providerId="AD" clId="Web-{3E95D6B2-0190-45D5-9349-EF8C5A88FCBF}"/>
    <pc:docChg chg="modSld">
      <pc:chgData name="DOMENICO AMALFITANO" userId="S::domenico.amalfitano@unina.it::fb6cf861-3113-480d-b8cc-6c34b43a24f9" providerId="AD" clId="Web-{3E95D6B2-0190-45D5-9349-EF8C5A88FCBF}" dt="2024-05-01T09:16:59.032" v="12" actId="14100"/>
      <pc:docMkLst>
        <pc:docMk/>
      </pc:docMkLst>
      <pc:sldChg chg="addSp modSp">
        <pc:chgData name="DOMENICO AMALFITANO" userId="S::domenico.amalfitano@unina.it::fb6cf861-3113-480d-b8cc-6c34b43a24f9" providerId="AD" clId="Web-{3E95D6B2-0190-45D5-9349-EF8C5A88FCBF}" dt="2024-05-01T09:16:59.032" v="12" actId="14100"/>
        <pc:sldMkLst>
          <pc:docMk/>
          <pc:sldMk cId="1471066160" sldId="348"/>
        </pc:sldMkLst>
        <pc:spChg chg="mod">
          <ac:chgData name="DOMENICO AMALFITANO" userId="S::domenico.amalfitano@unina.it::fb6cf861-3113-480d-b8cc-6c34b43a24f9" providerId="AD" clId="Web-{3E95D6B2-0190-45D5-9349-EF8C5A88FCBF}" dt="2024-05-01T09:16:59.032" v="12" actId="14100"/>
          <ac:spMkLst>
            <pc:docMk/>
            <pc:sldMk cId="1471066160" sldId="348"/>
            <ac:spMk id="3" creationId="{6C175346-B000-FA49-9E79-753A18EA1A51}"/>
          </ac:spMkLst>
        </pc:spChg>
        <pc:picChg chg="add mod">
          <ac:chgData name="DOMENICO AMALFITANO" userId="S::domenico.amalfitano@unina.it::fb6cf861-3113-480d-b8cc-6c34b43a24f9" providerId="AD" clId="Web-{3E95D6B2-0190-45D5-9349-EF8C5A88FCBF}" dt="2024-05-01T09:16:48" v="8" actId="14100"/>
          <ac:picMkLst>
            <pc:docMk/>
            <pc:sldMk cId="1471066160" sldId="348"/>
            <ac:picMk id="4" creationId="{3C0B31BF-0C2F-6160-5EFD-27B76D08F9C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223118D-17BD-1D1E-0347-3C1C63FC78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22" tIns="47311" rIns="94622" bIns="4731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F566E9B-E706-8636-C312-4CFE1469501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22" tIns="47311" rIns="94622" bIns="4731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3D35D3E3-DC32-A611-D1E9-4BAB04D16AE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263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22" tIns="47311" rIns="94622" bIns="4731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D97306CB-89F8-B4F2-BCE3-BDD1E7D3702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0263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22" tIns="47311" rIns="94622" bIns="4731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743A735-F454-DA4C-8620-4214B8E4BE19}" type="slidenum">
              <a:rPr lang="en-GB" altLang="it-IT"/>
              <a:pPr>
                <a:defRPr/>
              </a:pPr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10D612A5-A3FB-634A-AAD0-AEE1FDD24A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22" tIns="47311" rIns="94622" bIns="4731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5B70404D-3D10-B684-872A-509E7D5039D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22" tIns="47311" rIns="94622" bIns="4731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2E7966EE-49C5-6569-3958-24D5ED3F534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2E8DB980-CB20-6DAD-5B72-E3104EBCC3F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325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22" tIns="47311" rIns="94622" bIns="47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Fare clic per modificare gli stili del testo dello schema</a:t>
            </a:r>
          </a:p>
          <a:p>
            <a:pPr lvl="1"/>
            <a:r>
              <a:rPr lang="en-US" noProof="0"/>
              <a:t>Secondo livello</a:t>
            </a:r>
          </a:p>
          <a:p>
            <a:pPr lvl="2"/>
            <a:r>
              <a:rPr lang="en-US" noProof="0"/>
              <a:t>Terzo livello</a:t>
            </a:r>
          </a:p>
          <a:p>
            <a:pPr lvl="3"/>
            <a:r>
              <a:rPr lang="en-US" noProof="0"/>
              <a:t>Quarto livello</a:t>
            </a:r>
          </a:p>
          <a:p>
            <a:pPr lvl="4"/>
            <a:r>
              <a:rPr lang="en-US" noProof="0"/>
              <a:t>Quinto livello</a:t>
            </a:r>
          </a:p>
        </p:txBody>
      </p:sp>
      <p:sp>
        <p:nvSpPr>
          <p:cNvPr id="73734" name="Rectangle 6">
            <a:extLst>
              <a:ext uri="{FF2B5EF4-FFF2-40B4-BE49-F238E27FC236}">
                <a16:creationId xmlns:a16="http://schemas.microsoft.com/office/drawing/2014/main" id="{82CD1B2E-F827-D8BE-6CE9-2E9A6B86E3C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22" tIns="47311" rIns="94622" bIns="4731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5" name="Rectangle 7">
            <a:extLst>
              <a:ext uri="{FF2B5EF4-FFF2-40B4-BE49-F238E27FC236}">
                <a16:creationId xmlns:a16="http://schemas.microsoft.com/office/drawing/2014/main" id="{249E1384-C1A3-452A-2ECB-F0CA1A4464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0263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22" tIns="47311" rIns="94622" bIns="4731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29F7252-0560-E646-9F3B-271C4CC8AD32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18BD130-C838-5ACE-E8E2-091491295B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CD759E5-2C2B-FF46-AE26-2EE6F7A99FE8}" type="slidenum">
              <a:rPr lang="en-US" altLang="it-IT" smtClean="0"/>
              <a:pPr>
                <a:spcBef>
                  <a:spcPct val="0"/>
                </a:spcBef>
              </a:pPr>
              <a:t>1</a:t>
            </a:fld>
            <a:endParaRPr lang="en-US" altLang="it-IT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DE66666-F7C1-76AB-3510-6E2FBC0BE6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6512" cy="3836987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8F4F7F54-2A24-A912-7708-81CD2D276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59338"/>
            <a:ext cx="5203825" cy="46021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73075" eaLnBrk="1" hangingPunct="1"/>
            <a:endParaRPr lang="en-US" altLang="it-IT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9F7252-0560-E646-9F3B-271C4CC8AD32}" type="slidenum">
              <a:rPr lang="en-US" altLang="it-IT" smtClean="0"/>
              <a:pPr>
                <a:defRPr/>
              </a:pPr>
              <a:t>5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828812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401C829-D7C7-AE88-DDCF-0FCB412900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0509370B-281F-A8E0-27A1-9D941E5C736F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5109D1D6-6C65-5135-5EDD-ABB8B5491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EB620ABC-C2AD-1380-5499-FE7D3623B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BD88E548-BE8E-129D-A79D-FCDC60A92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89437890-A081-A2E8-3518-7E6DCB4DF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C54D78BF-D4B1-781E-00D0-DF7FE5668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013404B3-DB24-1C51-DE1A-CF1245BB2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C819649B-EBB1-C205-A5A1-8C16F1D5D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E4E5FDD1-D772-6632-B44A-943F46F137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5CC02900-87B6-D73B-522E-17E7B039B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8A85FA72-2B55-0B84-FFF0-782FF1D40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070CF2B0-F0CE-0731-4554-36F68FA47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16EA99D7-E304-6129-FD0A-B09200AA9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3427DE1B-950A-CD77-3A0C-AC9936BBE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D478CC4A-3A49-7E2B-C843-126AA0756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0065A0F7-350C-8062-4E12-2D3250DE7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8230CF9A-84DC-372D-A588-46CA2507E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EF0A58FA-C45D-482E-C885-2798F2AFB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7AFB4B38-FBA6-01E7-8B35-006D7F960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7920A010-87E6-37E5-AEC6-93E2909AA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B22D3C73-2761-1C81-FF9E-87B51AF48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5979CBCA-E45E-30D8-2FE2-F643B57E4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090C04AD-048A-27DF-96C1-C08249071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63761003-5D3D-7A21-01B9-4FB9848C7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28602C68-C5DA-1008-A3A2-4BEEA5080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2551A3A5-1E94-FB98-7EB4-76F3E9B5C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637E2500-C647-0403-4B65-D37AA076A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B7AB6CC3-A034-1610-AF00-B887B6043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31915907-CEEE-BC0C-1E01-9EA30E715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2615C5FD-9759-2528-C5B6-FB4EF99E0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8DECE0B7-41D0-3F63-B90B-AB524F7E9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5E995492-6BDE-672E-52E6-64957E9D3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D27DFF11-0606-E141-EE04-AB9FDF00BD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Fare clic per modificare lo stile del titolo</a:t>
            </a:r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Fare clic per modificare lo stile del sottotitolo dello schema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A088E923-81CF-78C8-DA85-1841FFB4CB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5BED8B27-903E-7A50-34A4-11150FD86B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BF7D61CD-D95B-D0ED-737B-44B9DB4006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25039-A841-C545-879B-06AB9C8799D4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677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F77F74-9435-14DC-F980-ADE1ED9603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D5531E2-99E5-3298-C218-AB1D529018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5080720-339B-2C8D-8DA1-E3D76309F5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524C9B-4266-3E46-A4F9-5755D5F747A1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695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CCE4A95-8398-CFAD-E15A-BDAC9C2957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4C4D1B6-8295-B957-6EB7-0FB0A94E54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F3B9E22-C806-7F6E-212D-C0857AF8B2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E7324-CFB6-B04A-88F3-3FE72E611C77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36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4B14E8-CD2F-953A-C20E-CBF6704F21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0BB68A-E78F-6449-14F0-9755ED5D69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06492C1-F0C8-ED12-A9E0-2A01F6521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C8F527-8C20-B347-99C5-04CD2B3E69ED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0329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CA49757-4234-FBD8-0EF4-5293DCC77C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B37B08F-B38C-E2E0-9BB4-5A6A3624A8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F37703A-31ED-88D2-268A-A55B26D5F5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EF18E1-B494-A24D-A7EF-07F7180D3B1A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1124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3F0AE54-9AB2-21C6-2717-1941EAFD4C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ADF1E70-1EA1-8744-72B1-9EBF83CF59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DAB3B62-7686-DCCC-C525-455B16697B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037CE0-9E68-DC40-9F4D-23107F628747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81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472345D-25A2-D969-CE16-D584A6B3D3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CAED3AD-E059-5EE3-BF3C-2EE41956E5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603E2B3-997C-0848-E60D-9C8D04B69C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6604EC-121F-F74A-B7F0-91420C493755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192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AE3092-67FB-C254-360F-1EBE060231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BE6ED7-B479-A95C-49BE-57AD545842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4CABADB-7274-8CD6-B899-F3159372BA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436E30-E8CF-D247-A71B-1938FEFB4AD6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08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8B8B53-72C3-FE23-65E4-6D0083E8FA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3EA3E0-3CB8-64EE-DD4A-DAED04BE4C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6300A74-F2B9-41B6-624E-66FD87EE14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44D43-2E11-BD4C-A80A-96FB62D35FA9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7110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CE2D84D-0698-4A14-242A-DFB9D8988B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AFF0131-C5DB-8ED0-C912-6CA27E3B2D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0379547-2238-BCEB-B48C-636A497CD8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E93E5-B788-3D4C-A4A3-35D8E02F8A4C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7064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C55116B-F4F7-2612-E5C1-A8A6B7D73F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2BC77DE-5DB8-EAA5-161A-BAAFCD8B36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AAE02E4-19D4-9E23-C41F-241813A801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86668A-39A9-8546-9134-0EE8746EA63D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34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DCFD2E4F-58E9-0C48-4F6F-3EC628E3FC4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A91BE8-DB34-5ED2-51DF-FB8A657E7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F70C3F6-506C-8E7A-8113-9C81AA1277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5A8D39A2-4ECC-F623-B3DF-C149B3D96AA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9638" name="Rectangle 6">
            <a:extLst>
              <a:ext uri="{FF2B5EF4-FFF2-40B4-BE49-F238E27FC236}">
                <a16:creationId xmlns:a16="http://schemas.microsoft.com/office/drawing/2014/main" id="{D985F763-98D6-213E-CAFA-5CD69CE5E74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9639" name="Rectangle 7">
            <a:extLst>
              <a:ext uri="{FF2B5EF4-FFF2-40B4-BE49-F238E27FC236}">
                <a16:creationId xmlns:a16="http://schemas.microsoft.com/office/drawing/2014/main" id="{C6303D2D-A760-012B-2B44-361DF19BF3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6F775EF5-56B7-7B41-8A2A-A0918870B92B}" type="slidenum">
              <a:rPr lang="en-US" altLang="en-US"/>
              <a:pPr>
                <a:defRPr/>
              </a:pPr>
              <a:t>‹N›</a:t>
            </a:fld>
            <a:endParaRPr lang="en-US" altLang="en-US"/>
          </a:p>
        </p:txBody>
      </p:sp>
      <p:grpSp>
        <p:nvGrpSpPr>
          <p:cNvPr id="1032" name="Group 8">
            <a:extLst>
              <a:ext uri="{FF2B5EF4-FFF2-40B4-BE49-F238E27FC236}">
                <a16:creationId xmlns:a16="http://schemas.microsoft.com/office/drawing/2014/main" id="{55A85030-6C5D-0125-E47A-F31C01E78B5F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>
              <a:extLst>
                <a:ext uri="{FF2B5EF4-FFF2-40B4-BE49-F238E27FC236}">
                  <a16:creationId xmlns:a16="http://schemas.microsoft.com/office/drawing/2014/main" id="{958011D6-5C65-B79B-CDBC-22B5C1FFF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34" name="Oval 10">
              <a:extLst>
                <a:ext uri="{FF2B5EF4-FFF2-40B4-BE49-F238E27FC236}">
                  <a16:creationId xmlns:a16="http://schemas.microsoft.com/office/drawing/2014/main" id="{63DC8B96-E5C8-7F09-701B-672A290BC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35" name="Oval 11">
              <a:extLst>
                <a:ext uri="{FF2B5EF4-FFF2-40B4-BE49-F238E27FC236}">
                  <a16:creationId xmlns:a16="http://schemas.microsoft.com/office/drawing/2014/main" id="{0A339A78-3513-E9AE-EA68-FE146943F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36" name="Oval 12">
              <a:extLst>
                <a:ext uri="{FF2B5EF4-FFF2-40B4-BE49-F238E27FC236}">
                  <a16:creationId xmlns:a16="http://schemas.microsoft.com/office/drawing/2014/main" id="{FE3563F8-2E2E-041F-46DD-7415AA6DE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37" name="Oval 13">
              <a:extLst>
                <a:ext uri="{FF2B5EF4-FFF2-40B4-BE49-F238E27FC236}">
                  <a16:creationId xmlns:a16="http://schemas.microsoft.com/office/drawing/2014/main" id="{A19D1CF0-C783-1B57-A4E3-613BA52DC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38" name="Oval 14">
              <a:extLst>
                <a:ext uri="{FF2B5EF4-FFF2-40B4-BE49-F238E27FC236}">
                  <a16:creationId xmlns:a16="http://schemas.microsoft.com/office/drawing/2014/main" id="{0C54C4D9-C993-1D60-FE8C-510A381C8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39" name="Oval 15">
              <a:extLst>
                <a:ext uri="{FF2B5EF4-FFF2-40B4-BE49-F238E27FC236}">
                  <a16:creationId xmlns:a16="http://schemas.microsoft.com/office/drawing/2014/main" id="{8710F017-00AF-2277-D6D8-4276B163A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0" name="Oval 16">
              <a:extLst>
                <a:ext uri="{FF2B5EF4-FFF2-40B4-BE49-F238E27FC236}">
                  <a16:creationId xmlns:a16="http://schemas.microsoft.com/office/drawing/2014/main" id="{3EFC51B9-0212-631D-63CA-B89BEC30B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1" name="Oval 17">
              <a:extLst>
                <a:ext uri="{FF2B5EF4-FFF2-40B4-BE49-F238E27FC236}">
                  <a16:creationId xmlns:a16="http://schemas.microsoft.com/office/drawing/2014/main" id="{A70BD736-0246-40CC-CEDB-B857CC50D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2" name="Oval 18">
              <a:extLst>
                <a:ext uri="{FF2B5EF4-FFF2-40B4-BE49-F238E27FC236}">
                  <a16:creationId xmlns:a16="http://schemas.microsoft.com/office/drawing/2014/main" id="{36570A03-0E47-38D7-D269-62F77F54D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3" name="Oval 19">
              <a:extLst>
                <a:ext uri="{FF2B5EF4-FFF2-40B4-BE49-F238E27FC236}">
                  <a16:creationId xmlns:a16="http://schemas.microsoft.com/office/drawing/2014/main" id="{1F7B271F-0A84-6D95-6168-886C97831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4" name="Oval 20">
              <a:extLst>
                <a:ext uri="{FF2B5EF4-FFF2-40B4-BE49-F238E27FC236}">
                  <a16:creationId xmlns:a16="http://schemas.microsoft.com/office/drawing/2014/main" id="{A94D6D28-2CD3-D53C-AE06-0F84CDF28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5" name="Oval 21">
              <a:extLst>
                <a:ext uri="{FF2B5EF4-FFF2-40B4-BE49-F238E27FC236}">
                  <a16:creationId xmlns:a16="http://schemas.microsoft.com/office/drawing/2014/main" id="{5B412405-D286-DF2B-0E66-CA486F0CE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6" name="Oval 22">
              <a:extLst>
                <a:ext uri="{FF2B5EF4-FFF2-40B4-BE49-F238E27FC236}">
                  <a16:creationId xmlns:a16="http://schemas.microsoft.com/office/drawing/2014/main" id="{5FEBEB3B-0A9B-0DD3-8CAE-90A97E318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7" name="Oval 23">
              <a:extLst>
                <a:ext uri="{FF2B5EF4-FFF2-40B4-BE49-F238E27FC236}">
                  <a16:creationId xmlns:a16="http://schemas.microsoft.com/office/drawing/2014/main" id="{FE751C63-13F8-05A6-6E43-544010572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8" name="Oval 24">
              <a:extLst>
                <a:ext uri="{FF2B5EF4-FFF2-40B4-BE49-F238E27FC236}">
                  <a16:creationId xmlns:a16="http://schemas.microsoft.com/office/drawing/2014/main" id="{BAF78491-1338-661A-2DD3-05CA0BDF1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49" name="Oval 25">
              <a:extLst>
                <a:ext uri="{FF2B5EF4-FFF2-40B4-BE49-F238E27FC236}">
                  <a16:creationId xmlns:a16="http://schemas.microsoft.com/office/drawing/2014/main" id="{14D29120-DE05-C9EA-9FEB-E9B1DF1DA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0" name="Oval 26">
              <a:extLst>
                <a:ext uri="{FF2B5EF4-FFF2-40B4-BE49-F238E27FC236}">
                  <a16:creationId xmlns:a16="http://schemas.microsoft.com/office/drawing/2014/main" id="{08861B85-29E9-7376-CEC8-13058A69D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1" name="Oval 27">
              <a:extLst>
                <a:ext uri="{FF2B5EF4-FFF2-40B4-BE49-F238E27FC236}">
                  <a16:creationId xmlns:a16="http://schemas.microsoft.com/office/drawing/2014/main" id="{4FBE81BE-D6A5-BE94-8BD8-8DF4DACD6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2" name="Oval 28">
              <a:extLst>
                <a:ext uri="{FF2B5EF4-FFF2-40B4-BE49-F238E27FC236}">
                  <a16:creationId xmlns:a16="http://schemas.microsoft.com/office/drawing/2014/main" id="{DD34AAE2-5313-17C5-92AE-DA38D4AB1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3" name="Oval 29">
              <a:extLst>
                <a:ext uri="{FF2B5EF4-FFF2-40B4-BE49-F238E27FC236}">
                  <a16:creationId xmlns:a16="http://schemas.microsoft.com/office/drawing/2014/main" id="{6DD26B51-D554-195E-41D5-1DC933B35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4" name="Oval 30">
              <a:extLst>
                <a:ext uri="{FF2B5EF4-FFF2-40B4-BE49-F238E27FC236}">
                  <a16:creationId xmlns:a16="http://schemas.microsoft.com/office/drawing/2014/main" id="{1B2A76AB-AB9C-1BD2-C62F-86F319450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5" name="Oval 31">
              <a:extLst>
                <a:ext uri="{FF2B5EF4-FFF2-40B4-BE49-F238E27FC236}">
                  <a16:creationId xmlns:a16="http://schemas.microsoft.com/office/drawing/2014/main" id="{E232382B-8D2E-5CED-9C0E-8B8BAC280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6" name="Oval 32">
              <a:extLst>
                <a:ext uri="{FF2B5EF4-FFF2-40B4-BE49-F238E27FC236}">
                  <a16:creationId xmlns:a16="http://schemas.microsoft.com/office/drawing/2014/main" id="{D5CDF822-A553-F27E-2D5E-92DDFC8B1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7" name="Oval 33">
              <a:extLst>
                <a:ext uri="{FF2B5EF4-FFF2-40B4-BE49-F238E27FC236}">
                  <a16:creationId xmlns:a16="http://schemas.microsoft.com/office/drawing/2014/main" id="{2902F7D0-FC76-8625-672A-332AD0023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8" name="Oval 34">
              <a:extLst>
                <a:ext uri="{FF2B5EF4-FFF2-40B4-BE49-F238E27FC236}">
                  <a16:creationId xmlns:a16="http://schemas.microsoft.com/office/drawing/2014/main" id="{37A06BD0-6717-B800-F32E-D0E68AFD3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59" name="Oval 35">
              <a:extLst>
                <a:ext uri="{FF2B5EF4-FFF2-40B4-BE49-F238E27FC236}">
                  <a16:creationId xmlns:a16="http://schemas.microsoft.com/office/drawing/2014/main" id="{99585B24-3C5B-EF4F-5D3F-171BA2341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60" name="Oval 36">
              <a:extLst>
                <a:ext uri="{FF2B5EF4-FFF2-40B4-BE49-F238E27FC236}">
                  <a16:creationId xmlns:a16="http://schemas.microsoft.com/office/drawing/2014/main" id="{67D68A25-4728-751A-BB5D-940F82D45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61" name="Oval 37">
              <a:extLst>
                <a:ext uri="{FF2B5EF4-FFF2-40B4-BE49-F238E27FC236}">
                  <a16:creationId xmlns:a16="http://schemas.microsoft.com/office/drawing/2014/main" id="{6B5DD0A0-B90C-AD75-3890-9EC5A3454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62" name="Oval 38">
              <a:extLst>
                <a:ext uri="{FF2B5EF4-FFF2-40B4-BE49-F238E27FC236}">
                  <a16:creationId xmlns:a16="http://schemas.microsoft.com/office/drawing/2014/main" id="{6E2F4727-46F0-DECD-4800-9BC8AA8F8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  <p:sp>
          <p:nvSpPr>
            <p:cNvPr id="1063" name="Oval 39">
              <a:extLst>
                <a:ext uri="{FF2B5EF4-FFF2-40B4-BE49-F238E27FC236}">
                  <a16:creationId xmlns:a16="http://schemas.microsoft.com/office/drawing/2014/main" id="{A956DF09-D615-FAEE-7BE4-1BF066DF5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it-IT" alt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4C5BC5C0-FABC-B72F-3ED9-50DDBC618A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479425" y="1992313"/>
            <a:ext cx="7770813" cy="1435100"/>
          </a:xfrm>
        </p:spPr>
        <p:txBody>
          <a:bodyPr lIns="90000" tIns="46800" rIns="90000" bIns="46800"/>
          <a:lstStyle/>
          <a:p>
            <a:pPr defTabSz="457200" eaLnBrk="1" hangingPunct="1">
              <a:buClr>
                <a:srgbClr val="000000"/>
              </a:buClr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it-IT" sz="4400">
                <a:solidFill>
                  <a:srgbClr val="330066"/>
                </a:solidFill>
                <a:latin typeface="Times New Roman" panose="02020603050405020304" pitchFamily="18" charset="0"/>
              </a:rPr>
              <a:t>Corso di Programmazione</a:t>
            </a:r>
            <a:br>
              <a:rPr lang="en-US" altLang="it-IT" sz="4400">
                <a:solidFill>
                  <a:srgbClr val="330066"/>
                </a:solidFill>
                <a:latin typeface="Times New Roman" panose="02020603050405020304" pitchFamily="18" charset="0"/>
              </a:rPr>
            </a:br>
            <a:endParaRPr lang="en-US" altLang="it-IT" sz="4400">
              <a:solidFill>
                <a:srgbClr val="330066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5362" name="Picture 3">
            <a:extLst>
              <a:ext uri="{FF2B5EF4-FFF2-40B4-BE49-F238E27FC236}">
                <a16:creationId xmlns:a16="http://schemas.microsoft.com/office/drawing/2014/main" id="{0D10D410-3B49-A109-665E-2884128D7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188913"/>
            <a:ext cx="97790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5363" name="Rectangle 4">
            <a:extLst>
              <a:ext uri="{FF2B5EF4-FFF2-40B4-BE49-F238E27FC236}">
                <a16:creationId xmlns:a16="http://schemas.microsoft.com/office/drawing/2014/main" id="{8D1CD23A-ABD6-031F-948B-D0029860B3D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-612775" y="2924175"/>
            <a:ext cx="7508875" cy="2362200"/>
          </a:xfrm>
          <a:noFill/>
        </p:spPr>
        <p:txBody>
          <a:bodyPr lIns="90000" tIns="46800" rIns="90000" bIns="46800"/>
          <a:lstStyle/>
          <a:p>
            <a:pPr defTabSz="457200" eaLnBrk="1" hangingPunct="1">
              <a:spcBef>
                <a:spcPts val="85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it-IT" altLang="it-IT" sz="3400" b="1" i="1">
                <a:latin typeface="Times New Roman" panose="02020603050405020304" pitchFamily="18" charset="0"/>
              </a:rPr>
              <a:t>Java Interface</a:t>
            </a:r>
          </a:p>
          <a:p>
            <a:pPr defTabSz="457200" eaLnBrk="1" hangingPunct="1">
              <a:spcBef>
                <a:spcPts val="85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it-IT" altLang="it-IT" sz="3400" b="1" i="1">
              <a:latin typeface="Times New Roman" panose="02020603050405020304" pitchFamily="18" charset="0"/>
            </a:endParaRPr>
          </a:p>
        </p:txBody>
      </p:sp>
      <p:sp>
        <p:nvSpPr>
          <p:cNvPr id="15364" name="Text Box 5">
            <a:extLst>
              <a:ext uri="{FF2B5EF4-FFF2-40B4-BE49-F238E27FC236}">
                <a16:creationId xmlns:a16="http://schemas.microsoft.com/office/drawing/2014/main" id="{0C88EB0E-5137-A397-2D94-4FC109E2A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260350"/>
            <a:ext cx="6772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defTabSz="45720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it-IT" altLang="it-IT" sz="1200">
                <a:solidFill>
                  <a:srgbClr val="000000"/>
                </a:solidFill>
              </a:rPr>
              <a:t>Università di Napoli Federico II - Facoltà di Ingegneria - Corso di Laurea in Ingegneria Informatica</a:t>
            </a:r>
          </a:p>
        </p:txBody>
      </p:sp>
      <p:pic>
        <p:nvPicPr>
          <p:cNvPr id="15365" name="Picture 2" descr="Java, logo, logos icon - Free download on Iconfinder">
            <a:extLst>
              <a:ext uri="{FF2B5EF4-FFF2-40B4-BE49-F238E27FC236}">
                <a16:creationId xmlns:a16="http://schemas.microsoft.com/office/drawing/2014/main" id="{927CE1C6-1EFA-B60D-78D2-56D0A2A32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5014913"/>
            <a:ext cx="1600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25D155-D108-702B-B20D-0FC82A935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Gli oggetti software comunicano tramite interfacce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5D0D1E-B487-1334-85D1-42512FDDC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it-IT">
                <a:latin typeface="Helvetica" pitchFamily="2" charset="0"/>
              </a:rPr>
              <a:t>G</a:t>
            </a:r>
            <a:r>
              <a:rPr lang="it-IT">
                <a:effectLst/>
                <a:latin typeface="Helvetica" pitchFamily="2" charset="0"/>
              </a:rPr>
              <a:t>li oggetti software comunicano tramite interfacce. </a:t>
            </a:r>
          </a:p>
          <a:p>
            <a:pPr algn="just"/>
            <a:r>
              <a:rPr lang="it-IT">
                <a:effectLst/>
                <a:latin typeface="Helvetica" pitchFamily="2" charset="0"/>
              </a:rPr>
              <a:t>Un’interfaccia Java descrive una serie di metodi che possono essere invocati su un particolare oggetto per dirgli di svolgere un compito o restituire qualche informazione.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6500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218707-833A-0399-404B-82E1564BC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Interfacce in Java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1BC2E8-153B-FFFD-ABE2-659582A69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>
                <a:effectLst/>
                <a:latin typeface="Helvetica" pitchFamily="2" charset="0"/>
              </a:rPr>
              <a:t>Una dichiarazione di interfaccia inizia con la parola chiave </a:t>
            </a:r>
            <a:r>
              <a:rPr lang="it-IT" i="1" err="1">
                <a:effectLst/>
                <a:latin typeface="Times"/>
              </a:rPr>
              <a:t>interface</a:t>
            </a:r>
            <a:r>
              <a:rPr lang="it-IT" i="1">
                <a:latin typeface="Times"/>
              </a:rPr>
              <a:t>.</a:t>
            </a:r>
          </a:p>
          <a:p>
            <a:r>
              <a:rPr lang="it-IT">
                <a:solidFill>
                  <a:srgbClr val="FF0000"/>
                </a:solidFill>
                <a:effectLst/>
                <a:latin typeface="Helvetica" pitchFamily="2" charset="0"/>
              </a:rPr>
              <a:t>Quando il meccanismo fu introdotto un’interfaccia </a:t>
            </a:r>
            <a:r>
              <a:rPr lang="it-IT">
                <a:solidFill>
                  <a:srgbClr val="FF0000"/>
                </a:solidFill>
                <a:latin typeface="Helvetica" pitchFamily="2" charset="0"/>
              </a:rPr>
              <a:t>poteva contenere</a:t>
            </a:r>
            <a:r>
              <a:rPr lang="it-IT">
                <a:effectLst/>
                <a:latin typeface="Helvetica" pitchFamily="2" charset="0"/>
              </a:rPr>
              <a:t> solo costanti e metodi astratti.</a:t>
            </a:r>
          </a:p>
          <a:p>
            <a:r>
              <a:rPr lang="it-IT">
                <a:effectLst/>
                <a:latin typeface="Helvetica" pitchFamily="2" charset="0"/>
              </a:rPr>
              <a:t>Tutti i membri di un’interfaccia devono essere </a:t>
            </a:r>
            <a:r>
              <a:rPr lang="it-IT" i="1">
                <a:effectLst/>
                <a:latin typeface="Times"/>
              </a:rPr>
              <a:t>public</a:t>
            </a:r>
            <a:r>
              <a:rPr lang="it-IT">
                <a:effectLst/>
                <a:latin typeface="Times"/>
              </a:rPr>
              <a:t> </a:t>
            </a:r>
            <a:r>
              <a:rPr lang="it-IT">
                <a:effectLst/>
                <a:latin typeface="Helvetica" pitchFamily="2" charset="0"/>
              </a:rPr>
              <a:t>e l’interfaccia non può specificare alcuni dettagli implementativi:</a:t>
            </a:r>
          </a:p>
          <a:p>
            <a:pPr lvl="1" indent="-347345"/>
            <a:r>
              <a:rPr lang="it-IT" i="1">
                <a:effectLst/>
                <a:latin typeface="Helvetica"/>
                <a:cs typeface="Helvetica"/>
              </a:rPr>
              <a:t>non sono consentite </a:t>
            </a:r>
            <a:r>
              <a:rPr lang="it-IT" i="1">
                <a:latin typeface="Helvetica"/>
                <a:cs typeface="Helvetica"/>
              </a:rPr>
              <a:t>dichiarazioni</a:t>
            </a:r>
            <a:r>
              <a:rPr lang="it-IT" i="1">
                <a:effectLst/>
                <a:latin typeface="Helvetica"/>
                <a:cs typeface="Helvetica"/>
              </a:rPr>
              <a:t> di variabili di istanza;</a:t>
            </a:r>
          </a:p>
          <a:p>
            <a:pPr lvl="2" indent="-293370"/>
            <a:r>
              <a:rPr lang="it-IT" i="1">
                <a:effectLst/>
                <a:latin typeface="Helvetica" pitchFamily="2" charset="0"/>
              </a:rPr>
              <a:t>gli attributi sono implicitamente </a:t>
            </a:r>
            <a:r>
              <a:rPr lang="it-IT" i="1">
                <a:effectLst/>
                <a:latin typeface="Times"/>
              </a:rPr>
              <a:t>public</a:t>
            </a:r>
            <a:r>
              <a:rPr lang="it-IT" i="1">
                <a:effectLst/>
                <a:latin typeface="Helvetica" pitchFamily="2" charset="0"/>
              </a:rPr>
              <a:t>, </a:t>
            </a:r>
            <a:r>
              <a:rPr lang="it-IT" i="1" err="1">
                <a:effectLst/>
                <a:latin typeface="Times"/>
              </a:rPr>
              <a:t>static</a:t>
            </a:r>
            <a:r>
              <a:rPr lang="it-IT" i="1">
                <a:effectLst/>
                <a:latin typeface="Times"/>
              </a:rPr>
              <a:t> </a:t>
            </a:r>
            <a:r>
              <a:rPr lang="it-IT" i="1">
                <a:effectLst/>
                <a:latin typeface="Helvetica" pitchFamily="2" charset="0"/>
              </a:rPr>
              <a:t>e </a:t>
            </a:r>
            <a:r>
              <a:rPr lang="it-IT" i="1" err="1">
                <a:effectLst/>
                <a:latin typeface="Times"/>
              </a:rPr>
              <a:t>final</a:t>
            </a:r>
            <a:endParaRPr lang="it-IT" i="1">
              <a:effectLst/>
              <a:latin typeface="Helvetica" pitchFamily="2" charset="0"/>
              <a:cs typeface="Helvetica" pitchFamily="2" charset="0"/>
            </a:endParaRPr>
          </a:p>
          <a:p>
            <a:pPr lvl="1" indent="-347345"/>
            <a:r>
              <a:rPr lang="it-IT" i="1">
                <a:latin typeface="Helvetica"/>
                <a:cs typeface="Helvetica"/>
              </a:rPr>
              <a:t>In generale </a:t>
            </a:r>
            <a:r>
              <a:rPr lang="it-IT" i="1">
                <a:effectLst/>
                <a:latin typeface="Helvetica"/>
                <a:cs typeface="Helvetica"/>
              </a:rPr>
              <a:t>i metodi dichiarati in un’interfaccia sono implicitamente metodi pubblici astratti;</a:t>
            </a:r>
            <a:r>
              <a:rPr lang="it-IT" i="1">
                <a:latin typeface="Helvetica"/>
                <a:cs typeface="Helvetica"/>
              </a:rPr>
              <a:t> </a:t>
            </a:r>
            <a:endParaRPr lang="it-IT" i="1">
              <a:latin typeface="Helvetica" pitchFamily="2" charset="0"/>
              <a:cs typeface="Helvetica"/>
            </a:endParaRPr>
          </a:p>
          <a:p>
            <a:pPr lvl="1" indent="-347345"/>
            <a:endParaRPr lang="it-IT" i="1">
              <a:effectLst/>
              <a:latin typeface="Helvetica" pitchFamily="2" charset="0"/>
              <a:cs typeface="Helvetica" pitchFamily="2" charset="0"/>
            </a:endParaRPr>
          </a:p>
          <a:p>
            <a:r>
              <a:rPr lang="it-IT">
                <a:effectLst/>
                <a:latin typeface="Helvetica" pitchFamily="2" charset="0"/>
              </a:rPr>
              <a:t>Un’interfaccia deve essere dichiarata in un file che ha il suo stesso nome ed estensione </a:t>
            </a:r>
            <a:r>
              <a:rPr lang="it-IT">
                <a:effectLst/>
                <a:latin typeface="Times"/>
              </a:rPr>
              <a:t>.java</a:t>
            </a:r>
            <a:r>
              <a:rPr lang="it-IT">
                <a:effectLst/>
                <a:latin typeface="Helvetica" pitchFamily="2" charset="0"/>
              </a:rPr>
              <a:t>.</a:t>
            </a:r>
          </a:p>
          <a:p>
            <a:endParaRPr lang="it-IT">
              <a:effectLst/>
              <a:latin typeface="Helvetica" pitchFamily="2" charset="0"/>
            </a:endParaRP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5816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5D74FA-0431-6AAC-0F96-3EAD8B0E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/>
              <a:t>Quando usare una interfaccia 1/3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64FBB9-B514-5DFD-D66B-1D694934F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it-IT">
                <a:effectLst/>
                <a:latin typeface="Helvetica" pitchFamily="2" charset="0"/>
              </a:rPr>
              <a:t>Spesso si utilizza un’interfaccia quando classi non imparentate (ovvero classi non collegate da</a:t>
            </a:r>
            <a:r>
              <a:rPr lang="it-IT">
                <a:latin typeface="Helvetica" pitchFamily="2" charset="0"/>
              </a:rPr>
              <a:t> </a:t>
            </a:r>
            <a:r>
              <a:rPr lang="it-IT">
                <a:effectLst/>
                <a:latin typeface="Helvetica" pitchFamily="2" charset="0"/>
              </a:rPr>
              <a:t>una gerarchia di classe) devono condividere alcuni metodi (comportamenti) e costanti comuni. </a:t>
            </a:r>
          </a:p>
          <a:p>
            <a:pPr lvl="1"/>
            <a:r>
              <a:rPr lang="it-IT">
                <a:effectLst/>
                <a:latin typeface="Helvetica" pitchFamily="2" charset="0"/>
              </a:rPr>
              <a:t>Questo consente a istanze di classi non imparentate di essere elaborate in maniera polimorfica; gli oggetti appartenenti a classi che implementano la stessa interfaccia rispondono alle stesse invocazioni (per i metodi di quella interfaccia). </a:t>
            </a:r>
          </a:p>
          <a:p>
            <a:r>
              <a:rPr lang="it-IT">
                <a:effectLst/>
                <a:latin typeface="Helvetica" pitchFamily="2" charset="0"/>
              </a:rPr>
              <a:t>Si può creare un’interfaccia che descrive la funzionalità richiesta e implementarla in tutte le classi che richiedono quella funzionalità.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5256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A49B0B-80E1-548D-6B40-302CA6BAD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sz="4000"/>
              <a:t>Quando usare una interfaccia 2/3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312789-9391-CC17-8E43-6E0B444F7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2"/>
            <a:ext cx="8229600" cy="5016499"/>
          </a:xfrm>
        </p:spPr>
        <p:txBody>
          <a:bodyPr>
            <a:normAutofit/>
          </a:bodyPr>
          <a:lstStyle/>
          <a:p>
            <a:r>
              <a:rPr lang="it-IT" i="1">
                <a:effectLst/>
                <a:latin typeface="Helvetica" pitchFamily="2" charset="0"/>
              </a:rPr>
              <a:t>Implementare un’interfaccia è come </a:t>
            </a:r>
            <a:r>
              <a:rPr lang="it-IT" i="1">
                <a:solidFill>
                  <a:srgbClr val="FF0000"/>
                </a:solidFill>
                <a:effectLst/>
                <a:latin typeface="Helvetica" pitchFamily="2" charset="0"/>
              </a:rPr>
              <a:t>firmare un contratto con </a:t>
            </a:r>
            <a:r>
              <a:rPr lang="it-IT" i="1">
                <a:solidFill>
                  <a:srgbClr val="FF0000"/>
                </a:solidFill>
                <a:latin typeface="Helvetica" pitchFamily="2" charset="0"/>
              </a:rPr>
              <a:t>l’utente </a:t>
            </a:r>
            <a:r>
              <a:rPr lang="it-IT" i="1">
                <a:effectLst/>
                <a:latin typeface="Helvetica" pitchFamily="2" charset="0"/>
              </a:rPr>
              <a:t>che dice: “dichiarerò tutti i metodi specificati dall’interfaccia oppure dichiarerò la mia classe come astratta”.</a:t>
            </a:r>
          </a:p>
          <a:p>
            <a:r>
              <a:rPr lang="it-IT">
                <a:solidFill>
                  <a:srgbClr val="FF0000"/>
                </a:solidFill>
                <a:effectLst/>
                <a:latin typeface="Helvetica" pitchFamily="2" charset="0"/>
              </a:rPr>
              <a:t>Contratto</a:t>
            </a:r>
            <a:r>
              <a:rPr lang="it-IT">
                <a:effectLst/>
                <a:latin typeface="Helvetica" pitchFamily="2" charset="0"/>
              </a:rPr>
              <a:t> </a:t>
            </a:r>
            <a:r>
              <a:rPr lang="it-IT" i="1">
                <a:effectLst/>
                <a:latin typeface="Helvetica" pitchFamily="2" charset="0"/>
              </a:rPr>
              <a:t>per separare nettamente l’interfaccia dalle sue possibili implementazioni.</a:t>
            </a:r>
          </a:p>
          <a:p>
            <a:pPr lvl="1"/>
            <a:r>
              <a:rPr lang="it-IT" i="1">
                <a:latin typeface="Helvetica" pitchFamily="2" charset="0"/>
              </a:rPr>
              <a:t>Per la realizzazione di ADT.</a:t>
            </a:r>
            <a:endParaRPr lang="it-IT" i="1">
              <a:effectLst/>
              <a:latin typeface="Helvetica" pitchFamily="2" charset="0"/>
            </a:endParaRPr>
          </a:p>
          <a:p>
            <a:pPr lvl="1"/>
            <a:endParaRPr lang="it-IT">
              <a:effectLst/>
              <a:latin typeface="Helvetica" pitchFamily="2" charset="0"/>
            </a:endParaRPr>
          </a:p>
          <a:p>
            <a:endParaRPr lang="it-IT">
              <a:effectLst/>
              <a:latin typeface="Helvetica" pitchFamily="2" charset="0"/>
            </a:endParaRP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3630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36D234-0AFC-AA16-5CAE-CD342FE1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/>
              <a:t>Quando usare una interfaccia 3/3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E8A05E-E860-6D20-944D-0E0D6C7BC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2"/>
            <a:ext cx="8229600" cy="5016499"/>
          </a:xfrm>
        </p:spPr>
        <p:txBody>
          <a:bodyPr>
            <a:normAutofit/>
          </a:bodyPr>
          <a:lstStyle/>
          <a:p>
            <a:r>
              <a:rPr lang="it-IT"/>
              <a:t>Per gestire la situazione comune di una classe che deve riflettere il comportamento di due o più classi padre</a:t>
            </a:r>
          </a:p>
          <a:p>
            <a:pPr lvl="1" indent="-347345"/>
            <a:r>
              <a:rPr lang="it-IT"/>
              <a:t>Meccanismo denominato </a:t>
            </a:r>
            <a:r>
              <a:rPr lang="it-IT" i="1"/>
              <a:t>ereditarietà multipla.</a:t>
            </a:r>
            <a:endParaRPr lang="it-IT" i="1">
              <a:cs typeface="Arial"/>
            </a:endParaRPr>
          </a:p>
          <a:p>
            <a:pPr lvl="2" indent="-293370"/>
            <a:r>
              <a:rPr lang="it-IT" b="1" i="1">
                <a:solidFill>
                  <a:srgbClr val="FF0000"/>
                </a:solidFill>
              </a:rPr>
              <a:t>Non ammessa in Java ma ammessa in C++.</a:t>
            </a:r>
            <a:endParaRPr lang="it-IT" b="1" i="1">
              <a:solidFill>
                <a:srgbClr val="FF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8556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E855FC-2F87-C3BD-1DFE-B054877CA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Classi Astratte o Interfacce?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6210FE-DDD9-6EC1-3EB1-26C07A217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>
                <a:effectLst/>
                <a:latin typeface="Helvetica" pitchFamily="2" charset="0"/>
              </a:rPr>
              <a:t>Molti sviluppatori considerano le interfacce una tecnologia di modellazione persino più</a:t>
            </a:r>
            <a:r>
              <a:rPr lang="it-IT">
                <a:latin typeface="Helvetica" pitchFamily="2" charset="0"/>
              </a:rPr>
              <a:t> </a:t>
            </a:r>
            <a:r>
              <a:rPr lang="it-IT">
                <a:effectLst/>
                <a:latin typeface="Helvetica" pitchFamily="2" charset="0"/>
              </a:rPr>
              <a:t>importante delle classi astratte.</a:t>
            </a:r>
          </a:p>
          <a:p>
            <a:endParaRPr lang="it-IT">
              <a:effectLst/>
              <a:latin typeface="Helvetica" pitchFamily="2" charset="0"/>
            </a:endParaRPr>
          </a:p>
          <a:p>
            <a:r>
              <a:rPr lang="it-IT">
                <a:effectLst/>
                <a:latin typeface="Helvetica" pitchFamily="2" charset="0"/>
              </a:rPr>
              <a:t>Un’interfaccia dovrebbe essere usata al posto di una classe astratta quando non ci sono implementazioni (o molto ridotte) predefinite da ereditare, cioè nessun campo e nessuna implementazione di metodo.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824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5F8B4E-4DE5-31CE-9392-4ABB39FF0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Realizzazione di una interfaccia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C15975-0D1D-DE77-EA93-E646CFA77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4114800" cy="4411662"/>
          </a:xfrm>
        </p:spPr>
        <p:txBody>
          <a:bodyPr/>
          <a:lstStyle/>
          <a:p>
            <a:pPr algn="just"/>
            <a:r>
              <a:rPr lang="it-IT" sz="2000">
                <a:effectLst/>
                <a:latin typeface="Helvetica" pitchFamily="2" charset="0"/>
              </a:rPr>
              <a:t>Tutti gli oggetti di una classe che </a:t>
            </a:r>
            <a:r>
              <a:rPr lang="it-IT" sz="2000" b="1">
                <a:effectLst/>
                <a:latin typeface="Helvetica" pitchFamily="2" charset="0"/>
              </a:rPr>
              <a:t>implementano</a:t>
            </a:r>
            <a:r>
              <a:rPr lang="it-IT" sz="2000">
                <a:effectLst/>
                <a:latin typeface="Helvetica" pitchFamily="2" charset="0"/>
              </a:rPr>
              <a:t> interfacce multiple hanno una relazione </a:t>
            </a:r>
            <a:r>
              <a:rPr lang="it-IT" sz="2000" i="1">
                <a:solidFill>
                  <a:srgbClr val="FF0000"/>
                </a:solidFill>
                <a:effectLst/>
                <a:latin typeface="Helvetica" pitchFamily="2" charset="0"/>
              </a:rPr>
              <a:t>è-un</a:t>
            </a:r>
            <a:r>
              <a:rPr lang="it-IT" sz="2000">
                <a:effectLst/>
                <a:latin typeface="Helvetica" pitchFamily="2" charset="0"/>
              </a:rPr>
              <a:t> con ogni interfaccia implementata.</a:t>
            </a:r>
          </a:p>
          <a:p>
            <a:pPr algn="just"/>
            <a:r>
              <a:rPr lang="it-IT" sz="2000">
                <a:latin typeface="Helvetica" pitchFamily="2" charset="0"/>
              </a:rPr>
              <a:t>Per usare un’interfaccia, una classe concreta deve specificare il fatto che la implementa (con la parola chiave </a:t>
            </a:r>
            <a:r>
              <a:rPr lang="it-IT" sz="2000" b="1" err="1"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it-IT" sz="2000">
                <a:latin typeface="Helvetica" pitchFamily="2" charset="0"/>
              </a:rPr>
              <a:t>) e deve definire ogni metodo con il medesimo prototipo indicato nell’interfaccia.</a:t>
            </a:r>
          </a:p>
          <a:p>
            <a:pPr algn="just"/>
            <a:endParaRPr lang="it-IT" sz="2000">
              <a:effectLst/>
              <a:latin typeface="Helvetica" pitchFamily="2" charset="0"/>
            </a:endParaRPr>
          </a:p>
          <a:p>
            <a:endParaRPr lang="it-IT"/>
          </a:p>
        </p:txBody>
      </p:sp>
      <p:pic>
        <p:nvPicPr>
          <p:cNvPr id="5" name="Immagine 4" descr="Immagine che contiene testo, schermata, Carattere, diagramma&#10;&#10;Descrizione generata automaticamente">
            <a:extLst>
              <a:ext uri="{FF2B5EF4-FFF2-40B4-BE49-F238E27FC236}">
                <a16:creationId xmlns:a16="http://schemas.microsoft.com/office/drawing/2014/main" id="{B6FE38F1-209E-1128-93F8-8C7FF5FAE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2276872"/>
            <a:ext cx="39878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20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5BE584-7E02-E8B6-BB9D-91160E72B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51948"/>
            <a:ext cx="7543800" cy="1295400"/>
          </a:xfrm>
        </p:spPr>
        <p:txBody>
          <a:bodyPr/>
          <a:lstStyle/>
          <a:p>
            <a:r>
              <a:rPr lang="it-IT"/>
              <a:t>Esempio – caso1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0CCF3D-D8F4-EECC-E07F-6B4D84635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71722"/>
            <a:ext cx="8229600" cy="2717849"/>
          </a:xfrm>
        </p:spPr>
        <p:txBody>
          <a:bodyPr>
            <a:normAutofit fontScale="92500" lnSpcReduction="20000"/>
          </a:bodyPr>
          <a:lstStyle/>
          <a:p>
            <a:r>
              <a:rPr lang="it-IT"/>
              <a:t>Cosa possono avere in comune i pianeti, gli asteroidi, le navicelle spaziali, gli uccelli migratori e le navi?</a:t>
            </a:r>
          </a:p>
          <a:p>
            <a:r>
              <a:rPr lang="it-IT"/>
              <a:t>Si muovono ad esempio lungo un percorso/traiettoria (abbastanza) prestabilito.</a:t>
            </a:r>
          </a:p>
          <a:p>
            <a:pPr lvl="1"/>
            <a:r>
              <a:rPr lang="it-IT"/>
              <a:t>Condividono tutte lo stesso comportamento quindi potrebbero implementare la stessa interfaccia</a:t>
            </a:r>
          </a:p>
          <a:p>
            <a:endParaRPr lang="it-IT"/>
          </a:p>
        </p:txBody>
      </p:sp>
      <p:pic>
        <p:nvPicPr>
          <p:cNvPr id="5" name="Immagine 4" descr="Immagine che contiene testo, linea, diagramma, Carattere&#10;&#10;Descrizione generata automaticamente">
            <a:extLst>
              <a:ext uri="{FF2B5EF4-FFF2-40B4-BE49-F238E27FC236}">
                <a16:creationId xmlns:a16="http://schemas.microsoft.com/office/drawing/2014/main" id="{7B7981FF-346F-80E3-6B6A-E12FCF156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4417842"/>
            <a:ext cx="47244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5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956310-E0BA-669B-DC3A-C78617DAD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-369758"/>
            <a:ext cx="7543800" cy="1295400"/>
          </a:xfrm>
        </p:spPr>
        <p:txBody>
          <a:bodyPr/>
          <a:lstStyle/>
          <a:p>
            <a:r>
              <a:rPr lang="it-IT"/>
              <a:t>Esempio – caso2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B67F3B4-ED88-0297-F3FE-921A23B207BF}"/>
              </a:ext>
            </a:extLst>
          </p:cNvPr>
          <p:cNvSpPr txBox="1"/>
          <p:nvPr/>
        </p:nvSpPr>
        <p:spPr>
          <a:xfrm>
            <a:off x="2505571" y="1988840"/>
            <a:ext cx="3627784" cy="83099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it-IT" sz="120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sz="1200" err="1"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lang="it-IT" sz="1200">
                <a:latin typeface="Courier New" panose="02070309020205020404" pitchFamily="49" charset="0"/>
                <a:cs typeface="Courier New" panose="02070309020205020404" pitchFamily="49" charset="0"/>
              </a:rPr>
              <a:t> Animale {</a:t>
            </a:r>
          </a:p>
          <a:p>
            <a:r>
              <a:rPr lang="it-IT" sz="120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double </a:t>
            </a:r>
            <a:r>
              <a:rPr lang="it-IT" sz="1200" err="1">
                <a:latin typeface="Courier New" panose="02070309020205020404" pitchFamily="49" charset="0"/>
                <a:cs typeface="Courier New" panose="02070309020205020404" pitchFamily="49" charset="0"/>
              </a:rPr>
              <a:t>move</a:t>
            </a:r>
            <a:r>
              <a:rPr lang="it-IT" sz="120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it-IT" sz="120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</a:t>
            </a:r>
            <a:r>
              <a:rPr lang="it-IT" sz="120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200">
                <a:latin typeface="Courier New" panose="02070309020205020404" pitchFamily="49" charset="0"/>
                <a:cs typeface="Courier New" panose="02070309020205020404" pitchFamily="49" charset="0"/>
              </a:rPr>
              <a:t> verso();</a:t>
            </a:r>
          </a:p>
          <a:p>
            <a:r>
              <a:rPr lang="it-IT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738D8ED-58A3-8F25-F9E4-6B203E5E3E8B}"/>
              </a:ext>
            </a:extLst>
          </p:cNvPr>
          <p:cNvSpPr txBox="1"/>
          <p:nvPr/>
        </p:nvSpPr>
        <p:spPr>
          <a:xfrm>
            <a:off x="107504" y="3789040"/>
            <a:ext cx="4211959" cy="230832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Leopardo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Animale {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Override</a:t>
            </a:r>
            <a:endParaRPr lang="it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verso() {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(".. leopardo");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it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Override</a:t>
            </a:r>
            <a:endParaRPr lang="it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1.0;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69A3A54-C633-EE1A-1856-55072A6E3BC9}"/>
              </a:ext>
            </a:extLst>
          </p:cNvPr>
          <p:cNvSpPr txBox="1"/>
          <p:nvPr/>
        </p:nvSpPr>
        <p:spPr>
          <a:xfrm>
            <a:off x="4518347" y="3789040"/>
            <a:ext cx="4572000" cy="230832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Tartaruga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Animale {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Override</a:t>
            </a:r>
            <a:endParaRPr lang="it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verso(){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(".. tartaruga");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Override</a:t>
            </a:r>
            <a:endParaRPr lang="it-IT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double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0.1;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it-IT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9" name="Connettore 4 8">
            <a:extLst>
              <a:ext uri="{FF2B5EF4-FFF2-40B4-BE49-F238E27FC236}">
                <a16:creationId xmlns:a16="http://schemas.microsoft.com/office/drawing/2014/main" id="{E2399B59-EA42-5D03-C268-E740A41B8592}"/>
              </a:ext>
            </a:extLst>
          </p:cNvPr>
          <p:cNvCxnSpPr>
            <a:stCxn id="6" idx="0"/>
            <a:endCxn id="5" idx="2"/>
          </p:cNvCxnSpPr>
          <p:nvPr/>
        </p:nvCxnSpPr>
        <p:spPr bwMode="auto">
          <a:xfrm rot="5400000" flipH="1" flipV="1">
            <a:off x="2781872" y="2251450"/>
            <a:ext cx="969203" cy="2105979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3" name="Connettore 4 12">
            <a:extLst>
              <a:ext uri="{FF2B5EF4-FFF2-40B4-BE49-F238E27FC236}">
                <a16:creationId xmlns:a16="http://schemas.microsoft.com/office/drawing/2014/main" id="{C329F8C0-8B05-C09D-32E9-FE92EB2A8FE8}"/>
              </a:ext>
            </a:extLst>
          </p:cNvPr>
          <p:cNvCxnSpPr>
            <a:stCxn id="7" idx="0"/>
            <a:endCxn id="5" idx="2"/>
          </p:cNvCxnSpPr>
          <p:nvPr/>
        </p:nvCxnSpPr>
        <p:spPr bwMode="auto">
          <a:xfrm rot="16200000" flipV="1">
            <a:off x="5077304" y="2061997"/>
            <a:ext cx="969203" cy="248488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892784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FCD7D8-F36A-8BE5-5147-E31E9299F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Esempio – caso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B1D3B1-9D46-D0AD-E997-F5A11245F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719263"/>
            <a:ext cx="9036496" cy="3091482"/>
          </a:xfrm>
          <a:ln w="127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it-IT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Leopardo l1 = new Leopardo();</a:t>
            </a:r>
          </a:p>
          <a:p>
            <a:pPr marL="0" indent="0">
              <a:buNone/>
            </a:pP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Leopardo l2 = new Leopardo();</a:t>
            </a:r>
          </a:p>
          <a:p>
            <a:pPr marL="0" indent="0">
              <a:buNone/>
            </a:pP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Tartaruga t1 = new Tartaruga();</a:t>
            </a:r>
          </a:p>
          <a:p>
            <a:pPr marL="0" indent="0">
              <a:buNone/>
            </a:pP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pPr marL="0" indent="0">
              <a:buNone/>
            </a:pP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l1.verso();</a:t>
            </a:r>
          </a:p>
          <a:p>
            <a:pPr marL="0" indent="0">
              <a:buNone/>
            </a:pP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("Leopardo l2 si muove di "+l2.move());</a:t>
            </a:r>
          </a:p>
          <a:p>
            <a:pPr marL="0" indent="0">
              <a:buNone/>
            </a:pP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t1.verso();</a:t>
            </a:r>
          </a:p>
          <a:p>
            <a:pPr marL="0" indent="0">
              <a:buNone/>
            </a:pP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("La tartaruga si muove di "+l2.move());</a:t>
            </a:r>
          </a:p>
          <a:p>
            <a:pPr marL="0" indent="0">
              <a:buNone/>
            </a:pPr>
            <a:r>
              <a:rPr lang="it-IT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7" name="Immagine 6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C7A3A1FF-2D6F-F150-F525-F6C2BE591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810745"/>
            <a:ext cx="62738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08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206A4E-FFD1-B31B-A151-E0AC32BE8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Errori tipici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C4B874-9960-2E53-1346-6B1726381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3149897"/>
          </a:xfrm>
        </p:spPr>
        <p:txBody>
          <a:bodyPr/>
          <a:lstStyle/>
          <a:p>
            <a:r>
              <a:rPr lang="it-IT" i="1">
                <a:effectLst/>
                <a:latin typeface="Helvetica" pitchFamily="2" charset="0"/>
              </a:rPr>
              <a:t>Se in una classe concreta che implementa un’interfaccia (con la parola chiave </a:t>
            </a:r>
            <a:r>
              <a:rPr lang="it-IT" i="1" err="1">
                <a:effectLst/>
                <a:latin typeface="Times"/>
              </a:rPr>
              <a:t>implements</a:t>
            </a:r>
            <a:r>
              <a:rPr lang="it-IT" i="1">
                <a:effectLst/>
                <a:latin typeface="Times"/>
              </a:rPr>
              <a:t>) </a:t>
            </a:r>
            <a:r>
              <a:rPr lang="it-IT" i="1">
                <a:effectLst/>
                <a:latin typeface="Helvetica" pitchFamily="2" charset="0"/>
              </a:rPr>
              <a:t>non si implementano tutti i metodi </a:t>
            </a:r>
            <a:r>
              <a:rPr lang="it-IT" i="1">
                <a:effectLst/>
                <a:latin typeface="Times"/>
              </a:rPr>
              <a:t>abstract </a:t>
            </a:r>
            <a:r>
              <a:rPr lang="it-IT" i="1">
                <a:effectLst/>
                <a:latin typeface="Helvetica" pitchFamily="2" charset="0"/>
              </a:rPr>
              <a:t>dell’interfaccia, si determina un errore</a:t>
            </a:r>
            <a:r>
              <a:rPr lang="it-IT">
                <a:latin typeface="Helvetica" pitchFamily="2" charset="0"/>
              </a:rPr>
              <a:t> </a:t>
            </a:r>
            <a:r>
              <a:rPr lang="it-IT" i="1">
                <a:effectLst/>
                <a:latin typeface="Helvetica" pitchFamily="2" charset="0"/>
              </a:rPr>
              <a:t>di compilazione che indica che la classe deve essere dichiarata </a:t>
            </a:r>
            <a:r>
              <a:rPr lang="it-IT" i="1">
                <a:effectLst/>
                <a:latin typeface="Times"/>
              </a:rPr>
              <a:t>abstract</a:t>
            </a:r>
            <a:r>
              <a:rPr lang="it-IT" i="1">
                <a:effectLst/>
                <a:latin typeface="Helvetica" pitchFamily="2" charset="0"/>
              </a:rPr>
              <a:t>.</a:t>
            </a:r>
            <a:endParaRPr lang="it-IT">
              <a:effectLst/>
              <a:latin typeface="Helvetica" pitchFamily="2" charset="0"/>
            </a:endParaRP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9098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195A03-4391-227B-C9A0-7AF9838D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Interfacce e polimorfismo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70CC70-5B04-1F19-0023-6FF1FFCCA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845641"/>
          </a:xfrm>
        </p:spPr>
        <p:txBody>
          <a:bodyPr>
            <a:normAutofit/>
          </a:bodyPr>
          <a:lstStyle/>
          <a:p>
            <a:r>
              <a:rPr lang="it-IT" sz="2400">
                <a:latin typeface="Helvetica" pitchFamily="2" charset="0"/>
              </a:rPr>
              <a:t>L’</a:t>
            </a:r>
            <a:r>
              <a:rPr lang="it-IT" sz="2400">
                <a:effectLst/>
                <a:latin typeface="Helvetica" pitchFamily="2" charset="0"/>
              </a:rPr>
              <a:t>interfaccia </a:t>
            </a:r>
            <a:r>
              <a:rPr lang="it-IT" sz="2400">
                <a:effectLst/>
                <a:latin typeface="Times"/>
              </a:rPr>
              <a:t>Animale </a:t>
            </a:r>
            <a:r>
              <a:rPr lang="it-IT" sz="2400">
                <a:effectLst/>
                <a:latin typeface="Helvetica" pitchFamily="2" charset="0"/>
              </a:rPr>
              <a:t>può essere usata per elaborare un insieme di </a:t>
            </a:r>
            <a:r>
              <a:rPr lang="it-IT" sz="2400">
                <a:effectLst/>
                <a:latin typeface="Times"/>
              </a:rPr>
              <a:t>Leopardo </a:t>
            </a:r>
            <a:r>
              <a:rPr lang="it-IT" sz="2400">
                <a:effectLst/>
                <a:latin typeface="Helvetica" pitchFamily="2" charset="0"/>
              </a:rPr>
              <a:t>e </a:t>
            </a:r>
            <a:r>
              <a:rPr lang="it-IT" sz="2400">
                <a:effectLst/>
                <a:latin typeface="Times"/>
              </a:rPr>
              <a:t>Tartaruga </a:t>
            </a:r>
            <a:r>
              <a:rPr lang="it-IT" sz="2400">
                <a:effectLst/>
                <a:latin typeface="Helvetica" pitchFamily="2" charset="0"/>
              </a:rPr>
              <a:t>in maniera polimorfica</a:t>
            </a:r>
          </a:p>
          <a:p>
            <a:pPr marL="0" indent="0">
              <a:buNone/>
            </a:pPr>
            <a:endParaRPr lang="it-IT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E3B65AF6-F017-85DC-2274-F75D676FECB5}"/>
              </a:ext>
            </a:extLst>
          </p:cNvPr>
          <p:cNvSpPr txBox="1">
            <a:spLocks/>
          </p:cNvSpPr>
          <p:nvPr/>
        </p:nvSpPr>
        <p:spPr bwMode="auto">
          <a:xfrm>
            <a:off x="107504" y="2564904"/>
            <a:ext cx="9036496" cy="381642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Animale[] zoo = new Animale[4];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zoo[0]= new Leopardo();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zoo[1]= new Tartaruga();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zoo[2]= new Tartaruga();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zoo[3]= new Leopardo();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for (Animale animale : zoo) {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animale.verso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("Mi muovo di "+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animale.move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726841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195A03-4391-227B-C9A0-7AF9838D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Interfacce e polimorfismo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70CC70-5B04-1F19-0023-6FF1FFCCA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845641"/>
          </a:xfrm>
        </p:spPr>
        <p:txBody>
          <a:bodyPr>
            <a:normAutofit/>
          </a:bodyPr>
          <a:lstStyle/>
          <a:p>
            <a:r>
              <a:rPr lang="it-IT" sz="2400">
                <a:latin typeface="Helvetica" pitchFamily="2" charset="0"/>
              </a:rPr>
              <a:t>L’</a:t>
            </a:r>
            <a:r>
              <a:rPr lang="it-IT" sz="2400">
                <a:effectLst/>
                <a:latin typeface="Helvetica" pitchFamily="2" charset="0"/>
              </a:rPr>
              <a:t>interfaccia </a:t>
            </a:r>
            <a:r>
              <a:rPr lang="it-IT" sz="2400">
                <a:effectLst/>
                <a:latin typeface="Times"/>
              </a:rPr>
              <a:t>Animale </a:t>
            </a:r>
            <a:r>
              <a:rPr lang="it-IT" sz="2400">
                <a:effectLst/>
                <a:latin typeface="Helvetica" pitchFamily="2" charset="0"/>
              </a:rPr>
              <a:t>può essere usata per elaborare un insieme di </a:t>
            </a:r>
            <a:r>
              <a:rPr lang="it-IT" sz="2400">
                <a:effectLst/>
                <a:latin typeface="Times"/>
              </a:rPr>
              <a:t>Leopardo </a:t>
            </a:r>
            <a:r>
              <a:rPr lang="it-IT" sz="2400">
                <a:effectLst/>
                <a:latin typeface="Helvetica" pitchFamily="2" charset="0"/>
              </a:rPr>
              <a:t>e </a:t>
            </a:r>
            <a:r>
              <a:rPr lang="it-IT" sz="2400">
                <a:effectLst/>
                <a:latin typeface="Times"/>
              </a:rPr>
              <a:t>Tartaruga </a:t>
            </a:r>
            <a:r>
              <a:rPr lang="it-IT" sz="2400">
                <a:effectLst/>
                <a:latin typeface="Helvetica" pitchFamily="2" charset="0"/>
              </a:rPr>
              <a:t>in maniera polimorfica</a:t>
            </a:r>
          </a:p>
          <a:p>
            <a:pPr marL="0" indent="0">
              <a:buNone/>
            </a:pPr>
            <a:endParaRPr lang="it-IT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E3B65AF6-F017-85DC-2274-F75D676FECB5}"/>
              </a:ext>
            </a:extLst>
          </p:cNvPr>
          <p:cNvSpPr txBox="1">
            <a:spLocks/>
          </p:cNvSpPr>
          <p:nvPr/>
        </p:nvSpPr>
        <p:spPr bwMode="auto">
          <a:xfrm>
            <a:off x="107504" y="2564904"/>
            <a:ext cx="9036496" cy="381642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Animale[] zoo = new Animale[4];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zoo[0]= new Leopardo();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zoo[1]= new Tartaruga();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zoo[2]= new Tartaruga();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zoo[3]= new Leopardo();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for (Animale animale : zoo) {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animale.verso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("Mi muovo di "+</a:t>
            </a:r>
            <a:r>
              <a:rPr lang="it-IT" sz="1800" b="1" kern="0" err="1">
                <a:latin typeface="Courier New" panose="02070309020205020404" pitchFamily="49" charset="0"/>
                <a:cs typeface="Courier New" panose="02070309020205020404" pitchFamily="49" charset="0"/>
              </a:rPr>
              <a:t>animale.move</a:t>
            </a: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Font typeface="Wingdings" pitchFamily="2" charset="2"/>
              <a:buNone/>
            </a:pPr>
            <a:r>
              <a:rPr lang="it-IT" sz="1800" b="1" ker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pic>
        <p:nvPicPr>
          <p:cNvPr id="6" name="Immagine 5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E427EB32-909C-F7FF-D323-96D77BD13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14" y="4005064"/>
            <a:ext cx="6261100" cy="25781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74682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5AD415-9EA5-D358-562A-CD2DE72D3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Interfacce per la risoluzione di ereditarietà multipla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796298-D18A-2C95-0728-D81D79418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2"/>
            <a:ext cx="8229600" cy="5016499"/>
          </a:xfrm>
        </p:spPr>
        <p:txBody>
          <a:bodyPr>
            <a:normAutofit fontScale="92500" lnSpcReduction="10000"/>
          </a:bodyPr>
          <a:lstStyle/>
          <a:p>
            <a:r>
              <a:rPr lang="it-IT">
                <a:effectLst/>
                <a:latin typeface="Helvetica" pitchFamily="2" charset="0"/>
              </a:rPr>
              <a:t>Java non consente alle sottoclassi di ereditare da più di una singola superclasse, ma permette a una classe di ereditare da una superclasse e implementare tutte le interfacce necessarie. </a:t>
            </a:r>
          </a:p>
          <a:p>
            <a:r>
              <a:rPr lang="it-IT">
                <a:effectLst/>
                <a:latin typeface="Helvetica" pitchFamily="2" charset="0"/>
              </a:rPr>
              <a:t>Per implementare più di una interfaccia, basta inserire un elenco di nomi di interfaccia separati da una virgola dopo la parola chiave </a:t>
            </a:r>
            <a:r>
              <a:rPr lang="it-IT" err="1">
                <a:effectLst/>
                <a:latin typeface="Times"/>
              </a:rPr>
              <a:t>implements</a:t>
            </a:r>
            <a:r>
              <a:rPr lang="it-IT">
                <a:effectLst/>
                <a:latin typeface="Times"/>
              </a:rPr>
              <a:t> </a:t>
            </a:r>
            <a:r>
              <a:rPr lang="it-IT">
                <a:effectLst/>
                <a:latin typeface="Helvetica" pitchFamily="2" charset="0"/>
              </a:rPr>
              <a:t>nella dichiarazione della classe, come in:</a:t>
            </a:r>
          </a:p>
          <a:p>
            <a:pPr marL="0" indent="0">
              <a:buNone/>
            </a:pPr>
            <a:endParaRPr lang="it-IT">
              <a:latin typeface="Helvetica" pitchFamily="2" charset="0"/>
            </a:endParaRPr>
          </a:p>
          <a:p>
            <a:pPr marL="0" indent="0" algn="just">
              <a:buNone/>
            </a:pPr>
            <a:r>
              <a:rPr lang="it-IT" b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it-IT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NomeClasse</a:t>
            </a:r>
            <a:r>
              <a:rPr lang="it-IT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b="1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it-IT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PrimaInterfaccia</a:t>
            </a:r>
            <a:r>
              <a:rPr lang="it-IT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SecondaInterfaccia</a:t>
            </a:r>
            <a:r>
              <a:rPr lang="it-IT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...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1448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42FE36-5A4C-21EE-81E7-864B009E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Ereditarietà tra interfacce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72F7DF-F577-E027-27F6-C370E51B9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Una </a:t>
            </a:r>
            <a:r>
              <a:rPr lang="it-IT" err="1"/>
              <a:t>interface</a:t>
            </a:r>
            <a:r>
              <a:rPr lang="it-IT"/>
              <a:t> può ereditare (</a:t>
            </a:r>
            <a:r>
              <a:rPr lang="it-IT" err="1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it-IT"/>
              <a:t>) da un’altra </a:t>
            </a:r>
            <a:r>
              <a:rPr lang="it-IT" err="1"/>
              <a:t>interface</a:t>
            </a:r>
            <a:r>
              <a:rPr lang="it-IT"/>
              <a:t>.</a:t>
            </a:r>
          </a:p>
          <a:p>
            <a:r>
              <a:rPr lang="it-IT"/>
              <a:t>Una classe astratta può realizzare (</a:t>
            </a:r>
            <a:r>
              <a:rPr lang="it-IT" err="1"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it-IT"/>
              <a:t>) una o più </a:t>
            </a:r>
            <a:r>
              <a:rPr lang="it-IT" err="1"/>
              <a:t>interface</a:t>
            </a:r>
            <a:r>
              <a:rPr lang="it-IT"/>
              <a:t>.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9136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6F3120-4C1A-AE66-265F-C373B3627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858490"/>
          </a:xfrm>
        </p:spPr>
        <p:txBody>
          <a:bodyPr/>
          <a:lstStyle/>
          <a:p>
            <a:r>
              <a:rPr lang="it-IT"/>
              <a:t>Esempio – caso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4FDDA6-3B93-50C5-5B3B-071E3FCC0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556792"/>
            <a:ext cx="8507288" cy="2160240"/>
          </a:xfrm>
        </p:spPr>
        <p:txBody>
          <a:bodyPr/>
          <a:lstStyle/>
          <a:p>
            <a:r>
              <a:rPr lang="it-IT"/>
              <a:t>Supponiamo di voler implementare un gioco i cui personaggi sono umani e animali.</a:t>
            </a:r>
          </a:p>
          <a:p>
            <a:r>
              <a:rPr lang="it-IT"/>
              <a:t>Possiamo creare due classi astratte 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Umano</a:t>
            </a:r>
            <a:r>
              <a:rPr lang="it-IT"/>
              <a:t> e 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Animale</a:t>
            </a:r>
            <a:r>
              <a:rPr lang="it-IT"/>
              <a:t> da cui ereditano specifici personaggi. </a:t>
            </a:r>
          </a:p>
        </p:txBody>
      </p:sp>
      <p:pic>
        <p:nvPicPr>
          <p:cNvPr id="5" name="Immagine 4" descr="Immagine che contiene testo, diagramma, Piano, linea&#10;&#10;Descrizione generata automaticamente">
            <a:extLst>
              <a:ext uri="{FF2B5EF4-FFF2-40B4-BE49-F238E27FC236}">
                <a16:creationId xmlns:a16="http://schemas.microsoft.com/office/drawing/2014/main" id="{4C367D37-271C-84AA-C147-304679AB5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750" y="3568700"/>
            <a:ext cx="42545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91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0FBEDA-92A8-47CA-07FA-448072C1C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43666"/>
            <a:ext cx="7543800" cy="1295400"/>
          </a:xfrm>
        </p:spPr>
        <p:txBody>
          <a:bodyPr/>
          <a:lstStyle/>
          <a:p>
            <a:r>
              <a:rPr lang="it-IT"/>
              <a:t>Esempio – caso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671054-18A3-1932-E9A1-DD0C19B64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033"/>
            <a:ext cx="8229600" cy="1728936"/>
          </a:xfrm>
        </p:spPr>
        <p:txBody>
          <a:bodyPr>
            <a:normAutofit lnSpcReduction="10000"/>
          </a:bodyPr>
          <a:lstStyle/>
          <a:p>
            <a:r>
              <a:rPr lang="it-IT" sz="2400"/>
              <a:t>Ma se volessimo avere un altro tipo di personaggio denominato Mutante?</a:t>
            </a:r>
          </a:p>
          <a:p>
            <a:pPr lvl="1"/>
            <a:r>
              <a:rPr lang="it-IT" sz="2000"/>
              <a:t>Avente le caratteristiche di Umano e Animale</a:t>
            </a:r>
          </a:p>
          <a:p>
            <a:pPr lvl="1"/>
            <a:r>
              <a:rPr lang="it-IT" sz="2000"/>
              <a:t>Di fatto la classe dovrebbe ereditare sia da Umano </a:t>
            </a:r>
            <a:r>
              <a:rPr lang="it-IT" sz="2100"/>
              <a:t>che da Animale</a:t>
            </a:r>
          </a:p>
        </p:txBody>
      </p:sp>
      <p:pic>
        <p:nvPicPr>
          <p:cNvPr id="5" name="Immagine 4" descr="Immagine che contiene testo, diagramma, Piano, linea&#10;&#10;Descrizione generata automaticamente">
            <a:extLst>
              <a:ext uri="{FF2B5EF4-FFF2-40B4-BE49-F238E27FC236}">
                <a16:creationId xmlns:a16="http://schemas.microsoft.com/office/drawing/2014/main" id="{6FE89C67-47FB-BB68-4541-696194070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3401268"/>
            <a:ext cx="60198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83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0FBEDA-92A8-47CA-07FA-448072C1C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12" y="-345137"/>
            <a:ext cx="7543800" cy="1295400"/>
          </a:xfrm>
        </p:spPr>
        <p:txBody>
          <a:bodyPr/>
          <a:lstStyle/>
          <a:p>
            <a:r>
              <a:rPr lang="it-IT"/>
              <a:t>Esempio – caso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671054-18A3-1932-E9A1-DD0C19B64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033"/>
            <a:ext cx="8229600" cy="1728936"/>
          </a:xfrm>
        </p:spPr>
        <p:txBody>
          <a:bodyPr>
            <a:normAutofit lnSpcReduction="10000"/>
          </a:bodyPr>
          <a:lstStyle/>
          <a:p>
            <a:r>
              <a:rPr lang="it-IT" sz="2400"/>
              <a:t>Ma se volessimo avere un altro tipo di personaggio denominato Mutante?</a:t>
            </a:r>
          </a:p>
          <a:p>
            <a:pPr lvl="1"/>
            <a:r>
              <a:rPr lang="it-IT" sz="2000"/>
              <a:t>Avente le caratteristiche di Umano e Animale</a:t>
            </a:r>
          </a:p>
          <a:p>
            <a:pPr lvl="1"/>
            <a:r>
              <a:rPr lang="it-IT" sz="2000"/>
              <a:t>Di fatto la classe dovrebbe ereditare sia da Umano </a:t>
            </a:r>
            <a:r>
              <a:rPr lang="it-IT" sz="2100"/>
              <a:t>che da Animale</a:t>
            </a:r>
          </a:p>
        </p:txBody>
      </p:sp>
      <p:pic>
        <p:nvPicPr>
          <p:cNvPr id="5" name="Immagine 4" descr="Immagine che contiene testo, diagramma, Piano, linea&#10;&#10;Descrizione generata automaticamente">
            <a:extLst>
              <a:ext uri="{FF2B5EF4-FFF2-40B4-BE49-F238E27FC236}">
                <a16:creationId xmlns:a16="http://schemas.microsoft.com/office/drawing/2014/main" id="{6FE89C67-47FB-BB68-4541-696194070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3401268"/>
            <a:ext cx="6019800" cy="3340100"/>
          </a:xfrm>
          <a:prstGeom prst="rect">
            <a:avLst/>
          </a:prstGeom>
        </p:spPr>
      </p:pic>
      <p:sp>
        <p:nvSpPr>
          <p:cNvPr id="6" name="Per 5">
            <a:extLst>
              <a:ext uri="{FF2B5EF4-FFF2-40B4-BE49-F238E27FC236}">
                <a16:creationId xmlns:a16="http://schemas.microsoft.com/office/drawing/2014/main" id="{F61808F7-1FE3-C611-2CE2-78010BBE3B67}"/>
              </a:ext>
            </a:extLst>
          </p:cNvPr>
          <p:cNvSpPr/>
          <p:nvPr/>
        </p:nvSpPr>
        <p:spPr bwMode="auto">
          <a:xfrm>
            <a:off x="2987824" y="5517232"/>
            <a:ext cx="1944216" cy="1340768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32CACBD-CAAA-6ACD-9B5F-15B2DECA77ED}"/>
              </a:ext>
            </a:extLst>
          </p:cNvPr>
          <p:cNvSpPr txBox="1"/>
          <p:nvPr/>
        </p:nvSpPr>
        <p:spPr>
          <a:xfrm>
            <a:off x="2516844" y="5262566"/>
            <a:ext cx="288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NON AMMESSO IN JAVA</a:t>
            </a:r>
          </a:p>
        </p:txBody>
      </p:sp>
    </p:spTree>
    <p:extLst>
      <p:ext uri="{BB962C8B-B14F-4D97-AF65-F5344CB8AC3E}">
        <p14:creationId xmlns:p14="http://schemas.microsoft.com/office/powerpoint/2010/main" val="1977882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991E8B-127B-F55D-2807-B6787202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87424"/>
            <a:ext cx="7543800" cy="1295400"/>
          </a:xfrm>
        </p:spPr>
        <p:txBody>
          <a:bodyPr/>
          <a:lstStyle/>
          <a:p>
            <a:r>
              <a:rPr lang="it-IT"/>
              <a:t>Soluzione – caso3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C01944-B39B-3E7B-8717-AD5A0F683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1709737"/>
          </a:xfrm>
        </p:spPr>
        <p:txBody>
          <a:bodyPr>
            <a:normAutofit fontScale="92500" lnSpcReduction="20000"/>
          </a:bodyPr>
          <a:lstStyle/>
          <a:p>
            <a:r>
              <a:rPr lang="it-IT" sz="2800"/>
              <a:t>Potremmo considerare Personaggio, Umano e Animale come Interfacce.</a:t>
            </a:r>
          </a:p>
          <a:p>
            <a:pPr lvl="1"/>
            <a:r>
              <a:rPr lang="it-IT" sz="2400"/>
              <a:t>In questo modo la classe Mutante può realizzare (implementare) sia l’interfaccia Umano che l’Interfaccia Animale</a:t>
            </a:r>
          </a:p>
        </p:txBody>
      </p:sp>
      <p:pic>
        <p:nvPicPr>
          <p:cNvPr id="5" name="Immagine 4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83E35961-5C5C-0719-D58D-1D120DACF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050" y="3262185"/>
            <a:ext cx="58039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56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DFCD12-3527-69AD-C0E6-791A2E0E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 Java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E6F32E7-A2F6-82CC-AD9E-D070987BFF36}"/>
              </a:ext>
            </a:extLst>
          </p:cNvPr>
          <p:cNvSpPr txBox="1"/>
          <p:nvPr/>
        </p:nvSpPr>
        <p:spPr>
          <a:xfrm>
            <a:off x="457200" y="2228671"/>
            <a:ext cx="60563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Personaggio {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double muovi();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double colpisci();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9123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5695C5-0973-0453-9778-74B2EE24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 Java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5775024-CDAD-0E1A-5294-C91B61DBCE1B}"/>
              </a:ext>
            </a:extLst>
          </p:cNvPr>
          <p:cNvSpPr txBox="1"/>
          <p:nvPr/>
        </p:nvSpPr>
        <p:spPr>
          <a:xfrm>
            <a:off x="323528" y="1916832"/>
            <a:ext cx="65421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Animale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Personaggio{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//sono di default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//da inizializzare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DANNO_BASE_ANIMALE=10;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MOVIMENTO_BASE_ANIMALE=5;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verso();}</a:t>
            </a:r>
          </a:p>
        </p:txBody>
      </p:sp>
    </p:spTree>
    <p:extLst>
      <p:ext uri="{BB962C8B-B14F-4D97-AF65-F5344CB8AC3E}">
        <p14:creationId xmlns:p14="http://schemas.microsoft.com/office/powerpoint/2010/main" val="3115553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5695C5-0973-0453-9778-74B2EE24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 Java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5775024-CDAD-0E1A-5294-C91B61DBCE1B}"/>
              </a:ext>
            </a:extLst>
          </p:cNvPr>
          <p:cNvSpPr txBox="1"/>
          <p:nvPr/>
        </p:nvSpPr>
        <p:spPr>
          <a:xfrm>
            <a:off x="323528" y="1700808"/>
            <a:ext cx="65421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Umano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Personaggio{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//sono di default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//da inizializzare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t-IT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DANNO_BASE_UMANO=5;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t-IT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MOVIMENTO_BASE_UMANO=15;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parla();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2B35D3B-D202-CEDE-CF1E-7C7B1551A1BC}"/>
              </a:ext>
            </a:extLst>
          </p:cNvPr>
          <p:cNvSpPr txBox="1"/>
          <p:nvPr/>
        </p:nvSpPr>
        <p:spPr>
          <a:xfrm>
            <a:off x="5652120" y="2276872"/>
            <a:ext cx="3240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Se le </a:t>
            </a:r>
            <a:r>
              <a:rPr lang="it-IT">
                <a:solidFill>
                  <a:srgbClr val="FF0000"/>
                </a:solidFill>
              </a:rPr>
              <a:t>variabili avessero avuto lo stesso </a:t>
            </a:r>
            <a:r>
              <a:rPr lang="it-IT"/>
              <a:t>nome nella classe Mutante, mostrata nella slide successiva ci sarebbe stato un </a:t>
            </a:r>
            <a:r>
              <a:rPr lang="it-IT">
                <a:solidFill>
                  <a:srgbClr val="FF0000"/>
                </a:solidFill>
              </a:rPr>
              <a:t>problema di inconsistenza </a:t>
            </a:r>
            <a:r>
              <a:rPr lang="it-IT">
                <a:sym typeface="Wingdings" pitchFamily="2" charset="2"/>
              </a:rPr>
              <a:t> </a:t>
            </a:r>
            <a:r>
              <a:rPr lang="it-IT">
                <a:solidFill>
                  <a:srgbClr val="FF0000"/>
                </a:solidFill>
                <a:sym typeface="Wingdings" pitchFamily="2" charset="2"/>
              </a:rPr>
              <a:t>Errore di compilazione.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ym typeface="Wingdings" pitchFamily="2" charset="2"/>
              </a:rPr>
              <a:t>In generale il problema si avrebbe per tutte le classi che implementerebbero entrambe le interfacce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9236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5695C5-0973-0453-9778-74B2EE24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In Java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5775024-CDAD-0E1A-5294-C91B61DBCE1B}"/>
              </a:ext>
            </a:extLst>
          </p:cNvPr>
          <p:cNvSpPr txBox="1"/>
          <p:nvPr/>
        </p:nvSpPr>
        <p:spPr>
          <a:xfrm>
            <a:off x="323528" y="1700808"/>
            <a:ext cx="654213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public class Mutante </a:t>
            </a:r>
            <a:r>
              <a:rPr lang="it-IT" sz="1400" err="1"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Umano, Animale{ 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it-IT" sz="1400" err="1">
                <a:latin typeface="Courier New" panose="02070309020205020404" pitchFamily="49" charset="0"/>
                <a:cs typeface="Courier New" panose="02070309020205020404" pitchFamily="49" charset="0"/>
              </a:rPr>
              <a:t>Override</a:t>
            </a:r>
            <a:endParaRPr lang="it-IT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it-IT" sz="140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verso(){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40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("..mutante");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it-IT" sz="1400" err="1">
                <a:latin typeface="Courier New" panose="02070309020205020404" pitchFamily="49" charset="0"/>
                <a:cs typeface="Courier New" panose="02070309020205020404" pitchFamily="49" charset="0"/>
              </a:rPr>
              <a:t>Override</a:t>
            </a:r>
            <a:endParaRPr lang="it-IT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double muovi(){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40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15*MOVIMENTO_BASE_UMANO;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it-IT" sz="1400" err="1">
                <a:latin typeface="Courier New" panose="02070309020205020404" pitchFamily="49" charset="0"/>
                <a:cs typeface="Courier New" panose="02070309020205020404" pitchFamily="49" charset="0"/>
              </a:rPr>
              <a:t>Override</a:t>
            </a:r>
            <a:endParaRPr lang="it-IT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double colpisci(){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40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18*DANNO_BASE_ANIMALE;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it-IT" sz="1400" err="1">
                <a:latin typeface="Courier New" panose="02070309020205020404" pitchFamily="49" charset="0"/>
                <a:cs typeface="Courier New" panose="02070309020205020404" pitchFamily="49" charset="0"/>
              </a:rPr>
              <a:t>Override</a:t>
            </a:r>
            <a:endParaRPr lang="it-IT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it-IT" sz="140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parla(){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40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("Sono un mutante");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it-IT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it-IT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841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5695C5-0973-0453-9778-74B2EE247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786482"/>
          </a:xfrm>
        </p:spPr>
        <p:txBody>
          <a:bodyPr/>
          <a:lstStyle/>
          <a:p>
            <a:r>
              <a:rPr lang="it-IT"/>
              <a:t>In Java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5775024-CDAD-0E1A-5294-C91B61DBCE1B}"/>
              </a:ext>
            </a:extLst>
          </p:cNvPr>
          <p:cNvSpPr txBox="1"/>
          <p:nvPr/>
        </p:nvSpPr>
        <p:spPr>
          <a:xfrm>
            <a:off x="323528" y="1103451"/>
            <a:ext cx="813690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//verifichiamo l'uso della variabile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pubblica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("Il danno base di un personaggio Animale è: " +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Animale.DANNO_BASE_ANIMALE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Animale[] branco = new Animale[4];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branco[0]= new Leopardo();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branco[1]= new Tartaruga();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branco[2]= new Mutante(); //Ammesso perché anche Animale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branco[3]= new Leopardo();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(Animale animale : branco) {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animale.verso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("Mi muovo di "+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animale.muovi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3589964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5695C5-0973-0453-9778-74B2EE247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786482"/>
          </a:xfrm>
        </p:spPr>
        <p:txBody>
          <a:bodyPr/>
          <a:lstStyle/>
          <a:p>
            <a:r>
              <a:rPr lang="it-IT"/>
              <a:t>In Java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5775024-CDAD-0E1A-5294-C91B61DBCE1B}"/>
              </a:ext>
            </a:extLst>
          </p:cNvPr>
          <p:cNvSpPr txBox="1"/>
          <p:nvPr/>
        </p:nvSpPr>
        <p:spPr>
          <a:xfrm>
            <a:off x="323528" y="980728"/>
            <a:ext cx="813690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it-IT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    //verifichiamo l'uso della variabile </a:t>
            </a:r>
            <a:r>
              <a:rPr lang="it-IT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pubblica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("Il danno base di un personaggio Animale è: " + </a:t>
            </a:r>
            <a:r>
              <a:rPr lang="it-IT" err="1">
                <a:latin typeface="Courier New" panose="02070309020205020404" pitchFamily="49" charset="0"/>
                <a:cs typeface="Courier New" panose="02070309020205020404" pitchFamily="49" charset="0"/>
              </a:rPr>
              <a:t>Animale.DANNO_BASE_ANIMALE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    Animale[] branco = new Animale[4];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    branco[0]= new Leopardo();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    branco[1]= new Tartaruga();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    branco[2]= new Mutante(); //Ammesso perché anche Animale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    branco[3]= new Leopardo();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    for (Animale animale : branco) {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it-IT" err="1">
                <a:latin typeface="Courier New" panose="02070309020205020404" pitchFamily="49" charset="0"/>
                <a:cs typeface="Courier New" panose="02070309020205020404" pitchFamily="49" charset="0"/>
              </a:rPr>
              <a:t>animale.verso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it-IT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("Mi muovo di "+</a:t>
            </a:r>
            <a:r>
              <a:rPr lang="it-IT" err="1">
                <a:latin typeface="Courier New" panose="02070309020205020404" pitchFamily="49" charset="0"/>
                <a:cs typeface="Courier New" panose="02070309020205020404" pitchFamily="49" charset="0"/>
              </a:rPr>
              <a:t>animale.muovi</a:t>
            </a:r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it-IT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pic>
        <p:nvPicPr>
          <p:cNvPr id="4" name="Immagine 3" descr="Immagine che contiene testo, schermata, Carattere&#10;&#10;Descrizione generata automaticamente">
            <a:extLst>
              <a:ext uri="{FF2B5EF4-FFF2-40B4-BE49-F238E27FC236}">
                <a16:creationId xmlns:a16="http://schemas.microsoft.com/office/drawing/2014/main" id="{25E51D23-8981-4472-7F86-EF6D94880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99" y="3598512"/>
            <a:ext cx="7146033" cy="304726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07594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4FFC95-23BA-5D94-02FB-CAF41A937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Miglioramenti in Java SE 8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DB33BE-0254-F74D-713A-6C88F536F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A partire da </a:t>
            </a:r>
            <a:r>
              <a:rPr lang="it-IT" i="1">
                <a:effectLst/>
                <a:latin typeface="Helvetica" pitchFamily="2" charset="0"/>
              </a:rPr>
              <a:t>Java SE 8 </a:t>
            </a:r>
            <a:r>
              <a:rPr lang="it-IT">
                <a:effectLst/>
                <a:latin typeface="Helvetica" pitchFamily="2" charset="0"/>
              </a:rPr>
              <a:t>sono state aggiunte nuove funzionalità di interfaccia che le rendono ancora più flessibili.</a:t>
            </a:r>
          </a:p>
          <a:p>
            <a:endParaRPr lang="it-IT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70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522304-A4FC-EF20-C9F7-C0DC6913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Miglioramenti: metodi di default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5223E9-F0FF-69AD-3159-35B83399E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2"/>
            <a:ext cx="8229600" cy="5016499"/>
          </a:xfrm>
        </p:spPr>
        <p:txBody>
          <a:bodyPr>
            <a:normAutofit fontScale="77500" lnSpcReduction="20000"/>
          </a:bodyPr>
          <a:lstStyle/>
          <a:p>
            <a:r>
              <a:rPr lang="it-IT">
                <a:effectLst/>
                <a:latin typeface="Helvetica" pitchFamily="2" charset="0"/>
              </a:rPr>
              <a:t>Prima di Java SE 8, i metodi di interfaccia potevano essere solo </a:t>
            </a:r>
            <a:r>
              <a:rPr lang="it-IT">
                <a:effectLst/>
                <a:latin typeface="Times"/>
              </a:rPr>
              <a:t>public abstract</a:t>
            </a:r>
            <a:r>
              <a:rPr lang="it-IT">
                <a:effectLst/>
                <a:latin typeface="Helvetica" pitchFamily="2" charset="0"/>
              </a:rPr>
              <a:t>. </a:t>
            </a:r>
          </a:p>
          <a:p>
            <a:pPr lvl="1"/>
            <a:r>
              <a:rPr lang="it-IT">
                <a:effectLst/>
                <a:latin typeface="Helvetica" pitchFamily="2" charset="0"/>
              </a:rPr>
              <a:t>un’interfaccia specificava quali operazioni doveva eseguire la classe dedicata all’implementazione ma non come farlo.</a:t>
            </a:r>
          </a:p>
          <a:p>
            <a:r>
              <a:rPr lang="it-IT">
                <a:effectLst/>
                <a:latin typeface="Helvetica" pitchFamily="2" charset="0"/>
              </a:rPr>
              <a:t>A partire da Java SE 8, le interfacce possono anche includere metodi </a:t>
            </a:r>
            <a:r>
              <a:rPr lang="it-IT">
                <a:effectLst/>
                <a:latin typeface="Times"/>
              </a:rPr>
              <a:t>default </a:t>
            </a:r>
            <a:r>
              <a:rPr lang="it-IT">
                <a:effectLst/>
                <a:latin typeface="Helvetica" pitchFamily="2" charset="0"/>
              </a:rPr>
              <a:t>di tipo </a:t>
            </a:r>
            <a:r>
              <a:rPr lang="it-IT">
                <a:effectLst/>
                <a:latin typeface="Times"/>
              </a:rPr>
              <a:t>public </a:t>
            </a:r>
            <a:r>
              <a:rPr lang="it-IT">
                <a:effectLst/>
                <a:latin typeface="Helvetica" pitchFamily="2" charset="0"/>
              </a:rPr>
              <a:t>con implementazioni di default concrete che specificano come vengono eseguite le operazioni</a:t>
            </a:r>
            <a:r>
              <a:rPr lang="it-IT">
                <a:latin typeface="Helvetica" pitchFamily="2" charset="0"/>
              </a:rPr>
              <a:t> </a:t>
            </a:r>
            <a:r>
              <a:rPr lang="it-IT">
                <a:effectLst/>
                <a:latin typeface="Helvetica" pitchFamily="2" charset="0"/>
              </a:rPr>
              <a:t>quando la classe che implementa l’interfaccia non ridefinisce i metodi. </a:t>
            </a:r>
          </a:p>
          <a:p>
            <a:r>
              <a:rPr lang="it-IT">
                <a:effectLst/>
                <a:latin typeface="Helvetica" pitchFamily="2" charset="0"/>
              </a:rPr>
              <a:t>Se una classe implementa un’interfaccia, ne riceve anche le implementazioni </a:t>
            </a:r>
            <a:r>
              <a:rPr lang="it-IT">
                <a:effectLst/>
                <a:latin typeface="Times"/>
              </a:rPr>
              <a:t>default</a:t>
            </a:r>
            <a:r>
              <a:rPr lang="it-IT">
                <a:effectLst/>
                <a:latin typeface="Helvetica" pitchFamily="2" charset="0"/>
              </a:rPr>
              <a:t>. </a:t>
            </a:r>
          </a:p>
          <a:p>
            <a:r>
              <a:rPr lang="it-IT">
                <a:effectLst/>
                <a:latin typeface="Helvetica" pitchFamily="2" charset="0"/>
              </a:rPr>
              <a:t>Un metodo </a:t>
            </a:r>
            <a:r>
              <a:rPr lang="it-IT">
                <a:effectLst/>
                <a:latin typeface="Times"/>
              </a:rPr>
              <a:t>default</a:t>
            </a:r>
            <a:r>
              <a:rPr lang="it-IT">
                <a:effectLst/>
                <a:latin typeface="Helvetica" pitchFamily="2" charset="0"/>
              </a:rPr>
              <a:t>, è dichiarato </a:t>
            </a:r>
            <a:r>
              <a:rPr lang="it-IT">
                <a:latin typeface="Helvetica" pitchFamily="2" charset="0"/>
              </a:rPr>
              <a:t>tramite </a:t>
            </a:r>
            <a:r>
              <a:rPr lang="it-IT">
                <a:effectLst/>
                <a:latin typeface="Helvetica" pitchFamily="2" charset="0"/>
              </a:rPr>
              <a:t>la parola chiave </a:t>
            </a:r>
            <a:r>
              <a:rPr lang="it-IT">
                <a:effectLst/>
                <a:latin typeface="Times"/>
              </a:rPr>
              <a:t>default </a:t>
            </a:r>
            <a:r>
              <a:rPr lang="it-IT">
                <a:effectLst/>
                <a:latin typeface="Helvetica" pitchFamily="2" charset="0"/>
              </a:rPr>
              <a:t>prima del tipo di ritorno del metodo</a:t>
            </a:r>
          </a:p>
          <a:p>
            <a:pPr lvl="1"/>
            <a:r>
              <a:rPr lang="it-IT">
                <a:latin typeface="Helvetica" pitchFamily="2" charset="0"/>
              </a:rPr>
              <a:t>Bisogna</a:t>
            </a:r>
            <a:r>
              <a:rPr lang="it-IT">
                <a:effectLst/>
                <a:latin typeface="Helvetica" pitchFamily="2" charset="0"/>
              </a:rPr>
              <a:t> fornire un’implementazione di metodo concreta.</a:t>
            </a:r>
          </a:p>
          <a:p>
            <a:r>
              <a:rPr lang="it-IT">
                <a:latin typeface="Helvetica" pitchFamily="2" charset="0"/>
              </a:rPr>
              <a:t>È ammesso l’</a:t>
            </a:r>
            <a:r>
              <a:rPr lang="it-IT" err="1">
                <a:latin typeface="Helvetica" pitchFamily="2" charset="0"/>
              </a:rPr>
              <a:t>override</a:t>
            </a:r>
            <a:r>
              <a:rPr lang="it-IT">
                <a:latin typeface="Helvetica" pitchFamily="2" charset="0"/>
              </a:rPr>
              <a:t> dei metodi di default delle classi concrete che realizzano le interfacce.</a:t>
            </a:r>
            <a:endParaRPr lang="it-IT">
              <a:effectLst/>
              <a:latin typeface="Helvetica" pitchFamily="2" charset="0"/>
            </a:endParaRP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53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C87D03-C8AE-3267-B3BA-8E7761F9C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i="1">
                <a:effectLst/>
                <a:latin typeface="Helvetica" pitchFamily="2" charset="0"/>
              </a:rPr>
              <a:t>Confronto tra interfacce e classi </a:t>
            </a:r>
            <a:r>
              <a:rPr lang="it-IT" i="1">
                <a:effectLst/>
                <a:latin typeface="Times"/>
              </a:rPr>
              <a:t>abstract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046B25-C023-2281-08BA-544BA25BC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it-IT">
                <a:effectLst/>
                <a:latin typeface="Helvetica" pitchFamily="2" charset="0"/>
              </a:rPr>
              <a:t>Prima di Java SE 8 si utilizzava solitamente un’interfaccia (piuttosto che una classe </a:t>
            </a:r>
            <a:r>
              <a:rPr lang="it-IT">
                <a:effectLst/>
                <a:latin typeface="Times"/>
              </a:rPr>
              <a:t>abstract</a:t>
            </a:r>
            <a:r>
              <a:rPr lang="it-IT">
                <a:effectLst/>
                <a:latin typeface="Helvetica" pitchFamily="2" charset="0"/>
              </a:rPr>
              <a:t>) quando non c’erano dettagli di implementazione da ereditare </a:t>
            </a:r>
          </a:p>
          <a:p>
            <a:pPr lvl="1" algn="just"/>
            <a:r>
              <a:rPr lang="it-IT">
                <a:effectLst/>
                <a:latin typeface="Helvetica" pitchFamily="2" charset="0"/>
              </a:rPr>
              <a:t>né campi né implementazioni di metodo. </a:t>
            </a:r>
          </a:p>
          <a:p>
            <a:pPr algn="just"/>
            <a:r>
              <a:rPr lang="it-IT">
                <a:effectLst/>
                <a:latin typeface="Helvetica" pitchFamily="2" charset="0"/>
              </a:rPr>
              <a:t>Con i metodi </a:t>
            </a:r>
            <a:r>
              <a:rPr lang="it-IT">
                <a:effectLst/>
                <a:latin typeface="Times"/>
              </a:rPr>
              <a:t>default</a:t>
            </a:r>
            <a:r>
              <a:rPr lang="it-IT">
                <a:effectLst/>
                <a:latin typeface="Helvetica" pitchFamily="2" charset="0"/>
              </a:rPr>
              <a:t>, si possono invece dichiarare comuni implementazioni di metodo nelle interfacce. </a:t>
            </a:r>
          </a:p>
          <a:p>
            <a:pPr algn="just"/>
            <a:r>
              <a:rPr lang="it-IT">
                <a:effectLst/>
                <a:latin typeface="Helvetica" pitchFamily="2" charset="0"/>
              </a:rPr>
              <a:t>Questo consente una maggiore flessibilità nella progettazione delle classi, perché una classe può implementare molte interfacce ma estendere una sola superclasse.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7278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F7137C-E124-2270-79D1-DD2EE77BC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Esempio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C02A0ED-73CB-892E-7059-EFE3DF2B0330}"/>
              </a:ext>
            </a:extLst>
          </p:cNvPr>
          <p:cNvSpPr txBox="1"/>
          <p:nvPr/>
        </p:nvSpPr>
        <p:spPr>
          <a:xfrm>
            <a:off x="457200" y="1988840"/>
            <a:ext cx="8075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Animale {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//sono di default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//da inizializzare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DANNO_BASE_ANIMALE=10;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MOVIMENTO_BASE_ANIMALE=5;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double muovi();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double colpisci();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abstract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verso();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default double corri(){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100*MOVIMENTO_BASE_ANIMALE;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710172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CE3F8-16E3-0DC9-39A7-08B3950CD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49"/>
            <a:ext cx="7543800" cy="1295400"/>
          </a:xfrm>
        </p:spPr>
        <p:txBody>
          <a:bodyPr/>
          <a:lstStyle/>
          <a:p>
            <a:r>
              <a:rPr lang="en-US" err="1">
                <a:cs typeface="Arial"/>
              </a:rPr>
              <a:t>Esempio</a:t>
            </a:r>
            <a:r>
              <a:rPr lang="en-US">
                <a:cs typeface="Arial"/>
              </a:rPr>
              <a:t> finale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5346-B000-FA49-9E79-753A18EA1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1089"/>
            <a:ext cx="3526032" cy="4890231"/>
          </a:xfrm>
        </p:spPr>
        <p:txBody>
          <a:bodyPr/>
          <a:lstStyle/>
          <a:p>
            <a:r>
              <a:rPr lang="en-US" sz="2400" dirty="0" err="1">
                <a:cs typeface="Arial"/>
              </a:rPr>
              <a:t>Sviluppiamo</a:t>
            </a:r>
            <a:r>
              <a:rPr lang="en-US" sz="2400" dirty="0">
                <a:cs typeface="Arial"/>
              </a:rPr>
              <a:t> un </a:t>
            </a:r>
            <a:r>
              <a:rPr lang="en-US" sz="2400" dirty="0" err="1">
                <a:cs typeface="Arial"/>
              </a:rPr>
              <a:t>esempio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che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comprende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ereditarietà</a:t>
            </a:r>
            <a:r>
              <a:rPr lang="en-US" sz="2400" dirty="0">
                <a:cs typeface="Arial"/>
              </a:rPr>
              <a:t> di </a:t>
            </a:r>
            <a:r>
              <a:rPr lang="en-US" sz="2400" dirty="0" err="1">
                <a:cs typeface="Arial"/>
              </a:rPr>
              <a:t>classi</a:t>
            </a:r>
            <a:r>
              <a:rPr lang="en-US" sz="2400" dirty="0">
                <a:cs typeface="Arial"/>
              </a:rPr>
              <a:t>, </a:t>
            </a:r>
            <a:r>
              <a:rPr lang="en-US" sz="2400" dirty="0" err="1">
                <a:cs typeface="Arial"/>
              </a:rPr>
              <a:t>classi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astratte</a:t>
            </a:r>
            <a:r>
              <a:rPr lang="en-US" sz="2400" dirty="0">
                <a:cs typeface="Arial"/>
              </a:rPr>
              <a:t> e </a:t>
            </a:r>
            <a:r>
              <a:rPr lang="en-US" sz="2400" dirty="0" err="1">
                <a:cs typeface="Arial"/>
              </a:rPr>
              <a:t>intefacce</a:t>
            </a:r>
            <a:endParaRPr lang="en-US" sz="2400" dirty="0">
              <a:cs typeface="Arial"/>
            </a:endParaRPr>
          </a:p>
          <a:p>
            <a:r>
              <a:rPr lang="en-US" sz="2400" dirty="0" err="1">
                <a:cs typeface="Arial"/>
              </a:rPr>
              <a:t>Esempio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delle</a:t>
            </a:r>
            <a:r>
              <a:rPr lang="en-US" sz="2400" dirty="0">
                <a:cs typeface="Arial"/>
              </a:rPr>
              <a:t> figure </a:t>
            </a:r>
            <a:r>
              <a:rPr lang="en-US" sz="2400" dirty="0" err="1">
                <a:cs typeface="Arial"/>
              </a:rPr>
              <a:t>rappresentato</a:t>
            </a:r>
            <a:r>
              <a:rPr lang="en-US" sz="2400" dirty="0">
                <a:cs typeface="Arial"/>
              </a:rPr>
              <a:t> dal class diagram.</a:t>
            </a:r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3C0B31BF-0C2F-6160-5EFD-27B76D08F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93" y="1033843"/>
            <a:ext cx="4727381" cy="561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661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olo 1">
            <a:extLst>
              <a:ext uri="{FF2B5EF4-FFF2-40B4-BE49-F238E27FC236}">
                <a16:creationId xmlns:a16="http://schemas.microsoft.com/office/drawing/2014/main" id="{ADC171E1-D0A7-EC38-31EC-BC5451A5BD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260350"/>
            <a:ext cx="7543800" cy="1295400"/>
          </a:xfrm>
        </p:spPr>
        <p:txBody>
          <a:bodyPr/>
          <a:lstStyle/>
          <a:p>
            <a:r>
              <a:rPr lang="it-IT" altLang="it-IT"/>
              <a:t>Riferimenti</a:t>
            </a:r>
          </a:p>
        </p:txBody>
      </p:sp>
      <p:sp>
        <p:nvSpPr>
          <p:cNvPr id="41986" name="Segnaposto contenuto 2">
            <a:extLst>
              <a:ext uri="{FF2B5EF4-FFF2-40B4-BE49-F238E27FC236}">
                <a16:creationId xmlns:a16="http://schemas.microsoft.com/office/drawing/2014/main" id="{DBA6E53D-FA29-CAC3-91D1-FACBCD4447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dirty="0"/>
              <a:t>Programmare in Java: </a:t>
            </a:r>
            <a:br>
              <a:rPr lang="it-IT" altLang="it-IT" dirty="0"/>
            </a:br>
            <a:r>
              <a:rPr lang="it-IT" altLang="it-IT" dirty="0"/>
              <a:t>Capitolo 10, §10.9 e §10.10</a:t>
            </a:r>
          </a:p>
          <a:p>
            <a:r>
              <a:rPr lang="it-IT" altLang="it-IT" dirty="0" err="1"/>
              <a:t>Savitch</a:t>
            </a:r>
            <a:r>
              <a:rPr lang="it-IT" altLang="it-IT"/>
              <a:t>: Capitolo 11, 11.3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075877EE1B70A4284EAAAD4F5DAB5A8" ma:contentTypeVersion="3" ma:contentTypeDescription="Creare un nuovo documento." ma:contentTypeScope="" ma:versionID="a7e46084dffff10b7d5d732bbf6e018f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34eb380c37454f35a11a7abcb447a341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D4DE02-19BD-4E26-AF13-5F3974ECA3A1}">
  <ds:schemaRefs>
    <ds:schemaRef ds:uri="17cb46fe-fb09-4fdf-a472-4e2c88d31c8c"/>
    <ds:schemaRef ds:uri="35be80a6-5618-4845-bacd-cf0098900a47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F54195E-9C8C-4CD7-97FD-A8CDAA5E06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3182B7-EB69-4F41-BB1D-DF93A837AB75}"/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1873</TotalTime>
  <Words>2033</Words>
  <Application>Microsoft Macintosh PowerPoint</Application>
  <PresentationFormat>Presentazione su schermo (4:3)</PresentationFormat>
  <Paragraphs>247</Paragraphs>
  <Slides>32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39" baseType="lpstr">
      <vt:lpstr>Arial</vt:lpstr>
      <vt:lpstr>Courier New</vt:lpstr>
      <vt:lpstr>Helvetica</vt:lpstr>
      <vt:lpstr>Times</vt:lpstr>
      <vt:lpstr>Times New Roman</vt:lpstr>
      <vt:lpstr>Wingdings</vt:lpstr>
      <vt:lpstr>Rete</vt:lpstr>
      <vt:lpstr>Corso di Programmazione </vt:lpstr>
      <vt:lpstr>Gli oggetti software comunicano tramite interfacce</vt:lpstr>
      <vt:lpstr>Interfacce in Java</vt:lpstr>
      <vt:lpstr>Quando usare una interfaccia 1/3</vt:lpstr>
      <vt:lpstr>Quando usare una interfaccia 2/3</vt:lpstr>
      <vt:lpstr>Quando usare una interfaccia 3/3</vt:lpstr>
      <vt:lpstr>Classi Astratte o Interfacce?</vt:lpstr>
      <vt:lpstr>Realizzazione di una interfaccia</vt:lpstr>
      <vt:lpstr>Esempio – caso1</vt:lpstr>
      <vt:lpstr>Esempio – caso2</vt:lpstr>
      <vt:lpstr>Esempio – caso 2</vt:lpstr>
      <vt:lpstr>Errori tipici</vt:lpstr>
      <vt:lpstr>Interfacce e polimorfismo</vt:lpstr>
      <vt:lpstr>Interfacce e polimorfismo</vt:lpstr>
      <vt:lpstr>Interfacce per la risoluzione di ereditarietà multipla</vt:lpstr>
      <vt:lpstr>Ereditarietà tra interfacce</vt:lpstr>
      <vt:lpstr>Esempio – caso 3</vt:lpstr>
      <vt:lpstr>Esempio – caso 3</vt:lpstr>
      <vt:lpstr>Esempio – caso 3</vt:lpstr>
      <vt:lpstr>Soluzione – caso3</vt:lpstr>
      <vt:lpstr>In Java</vt:lpstr>
      <vt:lpstr>In Java</vt:lpstr>
      <vt:lpstr>In Java</vt:lpstr>
      <vt:lpstr>In Java</vt:lpstr>
      <vt:lpstr>In Java</vt:lpstr>
      <vt:lpstr>In Java</vt:lpstr>
      <vt:lpstr>Miglioramenti in Java SE 8</vt:lpstr>
      <vt:lpstr>Miglioramenti: metodi di default</vt:lpstr>
      <vt:lpstr>Confronto tra interfacce e classi abstract</vt:lpstr>
      <vt:lpstr>Esempio</vt:lpstr>
      <vt:lpstr>Esempio finale</vt:lpstr>
      <vt:lpstr>Riferimenti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vittorin</dc:creator>
  <cp:lastModifiedBy>VALERIA VITTORINI</cp:lastModifiedBy>
  <cp:revision>4</cp:revision>
  <dcterms:created xsi:type="dcterms:W3CDTF">2002-12-09T08:17:31Z</dcterms:created>
  <dcterms:modified xsi:type="dcterms:W3CDTF">2025-05-14T18:11:22Z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2024-04-18T13:56:49Z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ed2d2c7b-496f-420c-8128-b2dbd7a60591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0x010100C075877EE1B70A4284EAAAD4F5DAB5A8</vt:lpwstr>
  </property>
  <property fmtid="{D5CDD505-2E9C-101B-9397-08002B2CF9AE}" pid="10" name="MediaServiceImageTags">
    <vt:lpwstr/>
  </property>
</Properties>
</file>