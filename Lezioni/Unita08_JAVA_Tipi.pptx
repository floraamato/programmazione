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84" r:id="rId4"/>
  </p:sldMasterIdLst>
  <p:notesMasterIdLst>
    <p:notesMasterId r:id="rId22"/>
  </p:notesMasterIdLst>
  <p:handoutMasterIdLst>
    <p:handoutMasterId r:id="rId23"/>
  </p:handoutMasterIdLst>
  <p:sldIdLst>
    <p:sldId id="265" r:id="rId5"/>
    <p:sldId id="335" r:id="rId6"/>
    <p:sldId id="330" r:id="rId7"/>
    <p:sldId id="348" r:id="rId8"/>
    <p:sldId id="349" r:id="rId9"/>
    <p:sldId id="337" r:id="rId10"/>
    <p:sldId id="345" r:id="rId11"/>
    <p:sldId id="346" r:id="rId12"/>
    <p:sldId id="329" r:id="rId13"/>
    <p:sldId id="336" r:id="rId14"/>
    <p:sldId id="338" r:id="rId15"/>
    <p:sldId id="339" r:id="rId16"/>
    <p:sldId id="340" r:id="rId17"/>
    <p:sldId id="341" r:id="rId18"/>
    <p:sldId id="334" r:id="rId19"/>
    <p:sldId id="344" r:id="rId20"/>
    <p:sldId id="343" r:id="rId21"/>
  </p:sldIdLst>
  <p:sldSz cx="9144000" cy="6858000" type="screen4x3"/>
  <p:notesSz cx="7099300" cy="10234613"/>
  <p:defaultTextStyle>
    <a:defPPr>
      <a:defRPr lang="it-IT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3E495CB-39C0-4A4F-AD1D-F4157DFFD4DB}" v="5" dt="2024-02-20T14:59:51.242"/>
    <p1510:client id="{B5418A2A-DF9F-344F-BE3D-1B479F43BD61}" v="7" dt="2024-02-20T14:59:55.57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29"/>
  </p:normalViewPr>
  <p:slideViewPr>
    <p:cSldViewPr snapToGrid="0">
      <p:cViewPr varScale="1">
        <p:scale>
          <a:sx n="108" d="100"/>
          <a:sy n="108" d="100"/>
        </p:scale>
        <p:origin x="1760" y="1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handoutMaster" Target="handoutMasters/handout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OMENICO AMALFITANO" userId="S::domenico.amalfitano@unina.it::fb6cf861-3113-480d-b8cc-6c34b43a24f9" providerId="AD" clId="Web-{6E9684A3-3B52-4DEB-8621-942661B9788D}"/>
    <pc:docChg chg="modSld">
      <pc:chgData name="DOMENICO AMALFITANO" userId="S::domenico.amalfitano@unina.it::fb6cf861-3113-480d-b8cc-6c34b43a24f9" providerId="AD" clId="Web-{6E9684A3-3B52-4DEB-8621-942661B9788D}" dt="2024-02-16T08:03:30.351" v="15" actId="20577"/>
      <pc:docMkLst>
        <pc:docMk/>
      </pc:docMkLst>
      <pc:sldChg chg="modSp">
        <pc:chgData name="DOMENICO AMALFITANO" userId="S::domenico.amalfitano@unina.it::fb6cf861-3113-480d-b8cc-6c34b43a24f9" providerId="AD" clId="Web-{6E9684A3-3B52-4DEB-8621-942661B9788D}" dt="2024-02-16T08:03:30.351" v="15" actId="20577"/>
        <pc:sldMkLst>
          <pc:docMk/>
          <pc:sldMk cId="3412383940" sldId="350"/>
        </pc:sldMkLst>
        <pc:spChg chg="mod">
          <ac:chgData name="DOMENICO AMALFITANO" userId="S::domenico.amalfitano@unina.it::fb6cf861-3113-480d-b8cc-6c34b43a24f9" providerId="AD" clId="Web-{6E9684A3-3B52-4DEB-8621-942661B9788D}" dt="2024-02-16T08:03:30.351" v="15" actId="20577"/>
          <ac:spMkLst>
            <pc:docMk/>
            <pc:sldMk cId="3412383940" sldId="350"/>
            <ac:spMk id="2" creationId="{0F92AF74-EAEF-CDAA-345A-213DA50C08FA}"/>
          </ac:spMkLst>
        </pc:spChg>
      </pc:sldChg>
    </pc:docChg>
  </pc:docChgLst>
  <pc:docChgLst>
    <pc:chgData name="VALERIA VITTORINI" userId="8c590808-2c0b-4c77-aa35-c80ef3354ea7" providerId="ADAL" clId="{B5418A2A-DF9F-344F-BE3D-1B479F43BD61}"/>
    <pc:docChg chg="modSld">
      <pc:chgData name="VALERIA VITTORINI" userId="8c590808-2c0b-4c77-aa35-c80ef3354ea7" providerId="ADAL" clId="{B5418A2A-DF9F-344F-BE3D-1B479F43BD61}" dt="2024-02-20T14:59:55.576" v="0" actId="1076"/>
      <pc:docMkLst>
        <pc:docMk/>
      </pc:docMkLst>
      <pc:sldChg chg="modSp mod">
        <pc:chgData name="VALERIA VITTORINI" userId="8c590808-2c0b-4c77-aa35-c80ef3354ea7" providerId="ADAL" clId="{B5418A2A-DF9F-344F-BE3D-1B479F43BD61}" dt="2024-02-20T14:59:55.576" v="0" actId="1076"/>
        <pc:sldMkLst>
          <pc:docMk/>
          <pc:sldMk cId="4006489038" sldId="357"/>
        </pc:sldMkLst>
        <pc:spChg chg="mod">
          <ac:chgData name="VALERIA VITTORINI" userId="8c590808-2c0b-4c77-aa35-c80ef3354ea7" providerId="ADAL" clId="{B5418A2A-DF9F-344F-BE3D-1B479F43BD61}" dt="2024-02-20T14:59:55.576" v="0" actId="1076"/>
          <ac:spMkLst>
            <pc:docMk/>
            <pc:sldMk cId="4006489038" sldId="357"/>
            <ac:spMk id="9" creationId="{AB1668C7-3166-96B5-5D6B-9C556062F744}"/>
          </ac:spMkLst>
        </pc:spChg>
      </pc:sldChg>
    </pc:docChg>
  </pc:docChgLst>
  <pc:docChgLst>
    <pc:chgData name="DOMENICO AMALFITANO" userId="S::domenico.amalfitano@unina.it::fb6cf861-3113-480d-b8cc-6c34b43a24f9" providerId="AD" clId="Web-{33E495CB-39C0-4A4F-AD1D-F4157DFFD4DB}"/>
    <pc:docChg chg="delSld modSld">
      <pc:chgData name="DOMENICO AMALFITANO" userId="S::domenico.amalfitano@unina.it::fb6cf861-3113-480d-b8cc-6c34b43a24f9" providerId="AD" clId="Web-{33E495CB-39C0-4A4F-AD1D-F4157DFFD4DB}" dt="2024-02-20T14:59:51.242" v="2"/>
      <pc:docMkLst>
        <pc:docMk/>
      </pc:docMkLst>
      <pc:sldChg chg="del">
        <pc:chgData name="DOMENICO AMALFITANO" userId="S::domenico.amalfitano@unina.it::fb6cf861-3113-480d-b8cc-6c34b43a24f9" providerId="AD" clId="Web-{33E495CB-39C0-4A4F-AD1D-F4157DFFD4DB}" dt="2024-02-20T14:59:51.242" v="2"/>
        <pc:sldMkLst>
          <pc:docMk/>
          <pc:sldMk cId="1086582600" sldId="347"/>
        </pc:sldMkLst>
      </pc:sldChg>
      <pc:sldChg chg="modSp">
        <pc:chgData name="DOMENICO AMALFITANO" userId="S::domenico.amalfitano@unina.it::fb6cf861-3113-480d-b8cc-6c34b43a24f9" providerId="AD" clId="Web-{33E495CB-39C0-4A4F-AD1D-F4157DFFD4DB}" dt="2024-02-20T14:59:43.913" v="1" actId="20577"/>
        <pc:sldMkLst>
          <pc:docMk/>
          <pc:sldMk cId="4006489038" sldId="357"/>
        </pc:sldMkLst>
        <pc:spChg chg="mod">
          <ac:chgData name="DOMENICO AMALFITANO" userId="S::domenico.amalfitano@unina.it::fb6cf861-3113-480d-b8cc-6c34b43a24f9" providerId="AD" clId="Web-{33E495CB-39C0-4A4F-AD1D-F4157DFFD4DB}" dt="2024-02-20T14:59:43.913" v="1" actId="20577"/>
          <ac:spMkLst>
            <pc:docMk/>
            <pc:sldMk cId="4006489038" sldId="357"/>
            <ac:spMk id="9" creationId="{AB1668C7-3166-96B5-5D6B-9C556062F744}"/>
          </ac:spMkLst>
        </pc:spChg>
      </pc:sldChg>
    </pc:docChg>
  </pc:docChgLst>
  <pc:docChgLst>
    <pc:chgData name="DOMENICO AMALFITANO" userId="S::domenico.amalfitano@unina.it::fb6cf861-3113-480d-b8cc-6c34b43a24f9" providerId="AD" clId="Web-{AAD55637-A7B5-4C4D-83BA-26C4AD0BC8A8}"/>
    <pc:docChg chg="addSld modSld">
      <pc:chgData name="DOMENICO AMALFITANO" userId="S::domenico.amalfitano@unina.it::fb6cf861-3113-480d-b8cc-6c34b43a24f9" providerId="AD" clId="Web-{AAD55637-A7B5-4C4D-83BA-26C4AD0BC8A8}" dt="2024-02-14T07:32:11.821" v="88" actId="1076"/>
      <pc:docMkLst>
        <pc:docMk/>
      </pc:docMkLst>
      <pc:sldChg chg="addSp delSp modSp new addAnim">
        <pc:chgData name="DOMENICO AMALFITANO" userId="S::domenico.amalfitano@unina.it::fb6cf861-3113-480d-b8cc-6c34b43a24f9" providerId="AD" clId="Web-{AAD55637-A7B5-4C4D-83BA-26C4AD0BC8A8}" dt="2024-02-14T07:31:05.740" v="60"/>
        <pc:sldMkLst>
          <pc:docMk/>
          <pc:sldMk cId="4092580701" sldId="354"/>
        </pc:sldMkLst>
        <pc:spChg chg="mod">
          <ac:chgData name="DOMENICO AMALFITANO" userId="S::domenico.amalfitano@unina.it::fb6cf861-3113-480d-b8cc-6c34b43a24f9" providerId="AD" clId="Web-{AAD55637-A7B5-4C4D-83BA-26C4AD0BC8A8}" dt="2024-02-14T07:29:01.704" v="37" actId="20577"/>
          <ac:spMkLst>
            <pc:docMk/>
            <pc:sldMk cId="4092580701" sldId="354"/>
            <ac:spMk id="2" creationId="{C092DD9B-4A44-85C1-280C-B790F6B60D57}"/>
          </ac:spMkLst>
        </pc:spChg>
        <pc:spChg chg="del">
          <ac:chgData name="DOMENICO AMALFITANO" userId="S::domenico.amalfitano@unina.it::fb6cf861-3113-480d-b8cc-6c34b43a24f9" providerId="AD" clId="Web-{AAD55637-A7B5-4C4D-83BA-26C4AD0BC8A8}" dt="2024-02-14T07:29:02.751" v="38"/>
          <ac:spMkLst>
            <pc:docMk/>
            <pc:sldMk cId="4092580701" sldId="354"/>
            <ac:spMk id="3" creationId="{A74EF282-D5D5-CDBD-EBBA-152CA8069911}"/>
          </ac:spMkLst>
        </pc:spChg>
        <pc:spChg chg="add mod">
          <ac:chgData name="DOMENICO AMALFITANO" userId="S::domenico.amalfitano@unina.it::fb6cf861-3113-480d-b8cc-6c34b43a24f9" providerId="AD" clId="Web-{AAD55637-A7B5-4C4D-83BA-26C4AD0BC8A8}" dt="2024-02-14T07:30:25.676" v="56" actId="14100"/>
          <ac:spMkLst>
            <pc:docMk/>
            <pc:sldMk cId="4092580701" sldId="354"/>
            <ac:spMk id="5" creationId="{AF00FAD9-AAED-D09A-5622-7573D5823FE9}"/>
          </ac:spMkLst>
        </pc:spChg>
        <pc:picChg chg="add mod">
          <ac:chgData name="DOMENICO AMALFITANO" userId="S::domenico.amalfitano@unina.it::fb6cf861-3113-480d-b8cc-6c34b43a24f9" providerId="AD" clId="Web-{AAD55637-A7B5-4C4D-83BA-26C4AD0BC8A8}" dt="2024-02-14T07:29:24.814" v="42" actId="14100"/>
          <ac:picMkLst>
            <pc:docMk/>
            <pc:sldMk cId="4092580701" sldId="354"/>
            <ac:picMk id="4" creationId="{71B8AF02-BF67-6CD0-EF7E-35E895766121}"/>
          </ac:picMkLst>
        </pc:picChg>
        <pc:picChg chg="add mod">
          <ac:chgData name="DOMENICO AMALFITANO" userId="S::domenico.amalfitano@unina.it::fb6cf861-3113-480d-b8cc-6c34b43a24f9" providerId="AD" clId="Web-{AAD55637-A7B5-4C4D-83BA-26C4AD0BC8A8}" dt="2024-02-14T07:30:55.036" v="59" actId="14100"/>
          <ac:picMkLst>
            <pc:docMk/>
            <pc:sldMk cId="4092580701" sldId="354"/>
            <ac:picMk id="6" creationId="{FF20FF73-40D9-5465-AF5C-A4E9452A84E6}"/>
          </ac:picMkLst>
        </pc:picChg>
      </pc:sldChg>
      <pc:sldChg chg="addSp delSp modSp new">
        <pc:chgData name="DOMENICO AMALFITANO" userId="S::domenico.amalfitano@unina.it::fb6cf861-3113-480d-b8cc-6c34b43a24f9" providerId="AD" clId="Web-{AAD55637-A7B5-4C4D-83BA-26C4AD0BC8A8}" dt="2024-02-14T07:32:11.821" v="88" actId="1076"/>
        <pc:sldMkLst>
          <pc:docMk/>
          <pc:sldMk cId="1014398546" sldId="355"/>
        </pc:sldMkLst>
        <pc:spChg chg="mod">
          <ac:chgData name="DOMENICO AMALFITANO" userId="S::domenico.amalfitano@unina.it::fb6cf861-3113-480d-b8cc-6c34b43a24f9" providerId="AD" clId="Web-{AAD55637-A7B5-4C4D-83BA-26C4AD0BC8A8}" dt="2024-02-14T07:31:27.194" v="82" actId="20577"/>
          <ac:spMkLst>
            <pc:docMk/>
            <pc:sldMk cId="1014398546" sldId="355"/>
            <ac:spMk id="2" creationId="{17F7D612-1B1B-7C2C-72F5-5970E6A12DBD}"/>
          </ac:spMkLst>
        </pc:spChg>
        <pc:spChg chg="del mod">
          <ac:chgData name="DOMENICO AMALFITANO" userId="S::domenico.amalfitano@unina.it::fb6cf861-3113-480d-b8cc-6c34b43a24f9" providerId="AD" clId="Web-{AAD55637-A7B5-4C4D-83BA-26C4AD0BC8A8}" dt="2024-02-14T07:31:31.835" v="84"/>
          <ac:spMkLst>
            <pc:docMk/>
            <pc:sldMk cId="1014398546" sldId="355"/>
            <ac:spMk id="3" creationId="{AA4D8A31-ACF0-6338-F84C-B88B01AABC7D}"/>
          </ac:spMkLst>
        </pc:spChg>
        <pc:picChg chg="add mod">
          <ac:chgData name="DOMENICO AMALFITANO" userId="S::domenico.amalfitano@unina.it::fb6cf861-3113-480d-b8cc-6c34b43a24f9" providerId="AD" clId="Web-{AAD55637-A7B5-4C4D-83BA-26C4AD0BC8A8}" dt="2024-02-14T07:32:11.821" v="88" actId="1076"/>
          <ac:picMkLst>
            <pc:docMk/>
            <pc:sldMk cId="1014398546" sldId="355"/>
            <ac:picMk id="4" creationId="{3DF75DAE-82D5-5598-A152-16FAE7600237}"/>
          </ac:picMkLst>
        </pc:picChg>
      </pc:sldChg>
    </pc:docChg>
  </pc:docChgLst>
  <pc:docChgLst>
    <pc:chgData name="DOMENICO AMALFITANO" userId="S::domenico.amalfitano@unina.it::fb6cf861-3113-480d-b8cc-6c34b43a24f9" providerId="AD" clId="Web-{52B0AC3C-F2F1-43BB-B595-CA5F90140201}"/>
    <pc:docChg chg="modSld">
      <pc:chgData name="DOMENICO AMALFITANO" userId="S::domenico.amalfitano@unina.it::fb6cf861-3113-480d-b8cc-6c34b43a24f9" providerId="AD" clId="Web-{52B0AC3C-F2F1-43BB-B595-CA5F90140201}" dt="2024-02-13T07:37:54.866" v="115"/>
      <pc:docMkLst>
        <pc:docMk/>
      </pc:docMkLst>
      <pc:sldChg chg="modSp">
        <pc:chgData name="DOMENICO AMALFITANO" userId="S::domenico.amalfitano@unina.it::fb6cf861-3113-480d-b8cc-6c34b43a24f9" providerId="AD" clId="Web-{52B0AC3C-F2F1-43BB-B595-CA5F90140201}" dt="2024-02-13T07:37:54.866" v="115"/>
        <pc:sldMkLst>
          <pc:docMk/>
          <pc:sldMk cId="2895212078" sldId="348"/>
        </pc:sldMkLst>
        <pc:graphicFrameChg chg="mod modGraphic">
          <ac:chgData name="DOMENICO AMALFITANO" userId="S::domenico.amalfitano@unina.it::fb6cf861-3113-480d-b8cc-6c34b43a24f9" providerId="AD" clId="Web-{52B0AC3C-F2F1-43BB-B595-CA5F90140201}" dt="2024-02-13T07:37:54.866" v="115"/>
          <ac:graphicFrameMkLst>
            <pc:docMk/>
            <pc:sldMk cId="2895212078" sldId="348"/>
            <ac:graphicFrameMk id="4" creationId="{ED1E29A2-D19A-E62F-0308-FAD3ADC65C55}"/>
          </ac:graphicFrameMkLst>
        </pc:graphicFrameChg>
      </pc:sldChg>
    </pc:docChg>
  </pc:docChgLst>
  <pc:docChgLst>
    <pc:chgData name="DOMENICO AMALFITANO" userId="S::domenico.amalfitano@unina.it::fb6cf861-3113-480d-b8cc-6c34b43a24f9" providerId="AD" clId="Web-{4283BB22-9012-46C2-94B7-A84F7EA7FEE3}"/>
    <pc:docChg chg="addSld modSld">
      <pc:chgData name="DOMENICO AMALFITANO" userId="S::domenico.amalfitano@unina.it::fb6cf861-3113-480d-b8cc-6c34b43a24f9" providerId="AD" clId="Web-{4283BB22-9012-46C2-94B7-A84F7EA7FEE3}" dt="2024-02-13T12:49:07.122" v="337" actId="1076"/>
      <pc:docMkLst>
        <pc:docMk/>
      </pc:docMkLst>
      <pc:sldChg chg="modSp new">
        <pc:chgData name="DOMENICO AMALFITANO" userId="S::domenico.amalfitano@unina.it::fb6cf861-3113-480d-b8cc-6c34b43a24f9" providerId="AD" clId="Web-{4283BB22-9012-46C2-94B7-A84F7EA7FEE3}" dt="2024-02-13T12:29:08.598" v="237" actId="20577"/>
        <pc:sldMkLst>
          <pc:docMk/>
          <pc:sldMk cId="3412383940" sldId="350"/>
        </pc:sldMkLst>
        <pc:spChg chg="mod">
          <ac:chgData name="DOMENICO AMALFITANO" userId="S::domenico.amalfitano@unina.it::fb6cf861-3113-480d-b8cc-6c34b43a24f9" providerId="AD" clId="Web-{4283BB22-9012-46C2-94B7-A84F7EA7FEE3}" dt="2024-02-13T12:06:05.382" v="13" actId="20577"/>
          <ac:spMkLst>
            <pc:docMk/>
            <pc:sldMk cId="3412383940" sldId="350"/>
            <ac:spMk id="2" creationId="{0F92AF74-EAEF-CDAA-345A-213DA50C08FA}"/>
          </ac:spMkLst>
        </pc:spChg>
        <pc:spChg chg="mod">
          <ac:chgData name="DOMENICO AMALFITANO" userId="S::domenico.amalfitano@unina.it::fb6cf861-3113-480d-b8cc-6c34b43a24f9" providerId="AD" clId="Web-{4283BB22-9012-46C2-94B7-A84F7EA7FEE3}" dt="2024-02-13T12:29:08.598" v="237" actId="20577"/>
          <ac:spMkLst>
            <pc:docMk/>
            <pc:sldMk cId="3412383940" sldId="350"/>
            <ac:spMk id="3" creationId="{DBC38431-CE25-C0E6-9160-5749D60D528E}"/>
          </ac:spMkLst>
        </pc:spChg>
      </pc:sldChg>
      <pc:sldChg chg="addSp delSp modSp new">
        <pc:chgData name="DOMENICO AMALFITANO" userId="S::domenico.amalfitano@unina.it::fb6cf861-3113-480d-b8cc-6c34b43a24f9" providerId="AD" clId="Web-{4283BB22-9012-46C2-94B7-A84F7EA7FEE3}" dt="2024-02-13T12:31:41.556" v="274" actId="14100"/>
        <pc:sldMkLst>
          <pc:docMk/>
          <pc:sldMk cId="2129313159" sldId="351"/>
        </pc:sldMkLst>
        <pc:spChg chg="mod">
          <ac:chgData name="DOMENICO AMALFITANO" userId="S::domenico.amalfitano@unina.it::fb6cf861-3113-480d-b8cc-6c34b43a24f9" providerId="AD" clId="Web-{4283BB22-9012-46C2-94B7-A84F7EA7FEE3}" dt="2024-02-13T12:29:27.490" v="254" actId="20577"/>
          <ac:spMkLst>
            <pc:docMk/>
            <pc:sldMk cId="2129313159" sldId="351"/>
            <ac:spMk id="2" creationId="{AF217B77-D9D5-4F05-E87E-13BEFF22F673}"/>
          </ac:spMkLst>
        </pc:spChg>
        <pc:spChg chg="del">
          <ac:chgData name="DOMENICO AMALFITANO" userId="S::domenico.amalfitano@unina.it::fb6cf861-3113-480d-b8cc-6c34b43a24f9" providerId="AD" clId="Web-{4283BB22-9012-46C2-94B7-A84F7EA7FEE3}" dt="2024-02-13T12:29:32.162" v="255"/>
          <ac:spMkLst>
            <pc:docMk/>
            <pc:sldMk cId="2129313159" sldId="351"/>
            <ac:spMk id="3" creationId="{228D877E-3B8D-D17D-8B74-5201E969B9A0}"/>
          </ac:spMkLst>
        </pc:spChg>
        <pc:spChg chg="add del mod">
          <ac:chgData name="DOMENICO AMALFITANO" userId="S::domenico.amalfitano@unina.it::fb6cf861-3113-480d-b8cc-6c34b43a24f9" providerId="AD" clId="Web-{4283BB22-9012-46C2-94B7-A84F7EA7FEE3}" dt="2024-02-13T12:30:05.084" v="267"/>
          <ac:spMkLst>
            <pc:docMk/>
            <pc:sldMk cId="2129313159" sldId="351"/>
            <ac:spMk id="4" creationId="{1AD09AC2-54E8-9DF6-A459-4E7139D077C6}"/>
          </ac:spMkLst>
        </pc:spChg>
        <pc:picChg chg="add mod">
          <ac:chgData name="DOMENICO AMALFITANO" userId="S::domenico.amalfitano@unina.it::fb6cf861-3113-480d-b8cc-6c34b43a24f9" providerId="AD" clId="Web-{4283BB22-9012-46C2-94B7-A84F7EA7FEE3}" dt="2024-02-13T12:31:35.900" v="272" actId="14100"/>
          <ac:picMkLst>
            <pc:docMk/>
            <pc:sldMk cId="2129313159" sldId="351"/>
            <ac:picMk id="5" creationId="{26BA8197-404D-7E3D-ED5D-D2BDD0216D68}"/>
          </ac:picMkLst>
        </pc:picChg>
        <pc:picChg chg="add mod">
          <ac:chgData name="DOMENICO AMALFITANO" userId="S::domenico.amalfitano@unina.it::fb6cf861-3113-480d-b8cc-6c34b43a24f9" providerId="AD" clId="Web-{4283BB22-9012-46C2-94B7-A84F7EA7FEE3}" dt="2024-02-13T12:31:41.556" v="274" actId="14100"/>
          <ac:picMkLst>
            <pc:docMk/>
            <pc:sldMk cId="2129313159" sldId="351"/>
            <ac:picMk id="6" creationId="{A68C2B3F-32CC-8E5C-858F-E383EC31806E}"/>
          </ac:picMkLst>
        </pc:picChg>
      </pc:sldChg>
      <pc:sldChg chg="addSp delSp modSp new">
        <pc:chgData name="DOMENICO AMALFITANO" userId="S::domenico.amalfitano@unina.it::fb6cf861-3113-480d-b8cc-6c34b43a24f9" providerId="AD" clId="Web-{4283BB22-9012-46C2-94B7-A84F7EA7FEE3}" dt="2024-02-13T12:35:34.158" v="296" actId="14100"/>
        <pc:sldMkLst>
          <pc:docMk/>
          <pc:sldMk cId="1615624431" sldId="352"/>
        </pc:sldMkLst>
        <pc:spChg chg="mod">
          <ac:chgData name="DOMENICO AMALFITANO" userId="S::domenico.amalfitano@unina.it::fb6cf861-3113-480d-b8cc-6c34b43a24f9" providerId="AD" clId="Web-{4283BB22-9012-46C2-94B7-A84F7EA7FEE3}" dt="2024-02-13T12:34:34.453" v="286" actId="20577"/>
          <ac:spMkLst>
            <pc:docMk/>
            <pc:sldMk cId="1615624431" sldId="352"/>
            <ac:spMk id="2" creationId="{2436DD48-C8AF-EAAF-0214-FB563BC3EE06}"/>
          </ac:spMkLst>
        </pc:spChg>
        <pc:spChg chg="del">
          <ac:chgData name="DOMENICO AMALFITANO" userId="S::domenico.amalfitano@unina.it::fb6cf861-3113-480d-b8cc-6c34b43a24f9" providerId="AD" clId="Web-{4283BB22-9012-46C2-94B7-A84F7EA7FEE3}" dt="2024-02-13T12:34:37.031" v="287"/>
          <ac:spMkLst>
            <pc:docMk/>
            <pc:sldMk cId="1615624431" sldId="352"/>
            <ac:spMk id="3" creationId="{EB858101-D3F5-17C0-D6BE-31D7A4671A26}"/>
          </ac:spMkLst>
        </pc:spChg>
        <pc:picChg chg="add del mod">
          <ac:chgData name="DOMENICO AMALFITANO" userId="S::domenico.amalfitano@unina.it::fb6cf861-3113-480d-b8cc-6c34b43a24f9" providerId="AD" clId="Web-{4283BB22-9012-46C2-94B7-A84F7EA7FEE3}" dt="2024-02-13T12:34:43.140" v="289"/>
          <ac:picMkLst>
            <pc:docMk/>
            <pc:sldMk cId="1615624431" sldId="352"/>
            <ac:picMk id="4" creationId="{FDF2B4FE-C1C2-B2C4-A5CE-417712E530B7}"/>
          </ac:picMkLst>
        </pc:picChg>
        <pc:picChg chg="add mod">
          <ac:chgData name="DOMENICO AMALFITANO" userId="S::domenico.amalfitano@unina.it::fb6cf861-3113-480d-b8cc-6c34b43a24f9" providerId="AD" clId="Web-{4283BB22-9012-46C2-94B7-A84F7EA7FEE3}" dt="2024-02-13T12:35:34.158" v="296" actId="14100"/>
          <ac:picMkLst>
            <pc:docMk/>
            <pc:sldMk cId="1615624431" sldId="352"/>
            <ac:picMk id="5" creationId="{B94CCB98-9440-D33F-1857-F96F8DEAF92F}"/>
          </ac:picMkLst>
        </pc:picChg>
        <pc:picChg chg="add mod">
          <ac:chgData name="DOMENICO AMALFITANO" userId="S::domenico.amalfitano@unina.it::fb6cf861-3113-480d-b8cc-6c34b43a24f9" providerId="AD" clId="Web-{4283BB22-9012-46C2-94B7-A84F7EA7FEE3}" dt="2024-02-13T12:35:31.673" v="295" actId="14100"/>
          <ac:picMkLst>
            <pc:docMk/>
            <pc:sldMk cId="1615624431" sldId="352"/>
            <ac:picMk id="6" creationId="{8792AB4F-36EB-1110-28EB-3EB7C144CA2D}"/>
          </ac:picMkLst>
        </pc:picChg>
      </pc:sldChg>
      <pc:sldChg chg="addSp delSp modSp new">
        <pc:chgData name="DOMENICO AMALFITANO" userId="S::domenico.amalfitano@unina.it::fb6cf861-3113-480d-b8cc-6c34b43a24f9" providerId="AD" clId="Web-{4283BB22-9012-46C2-94B7-A84F7EA7FEE3}" dt="2024-02-13T12:49:07.122" v="337" actId="1076"/>
        <pc:sldMkLst>
          <pc:docMk/>
          <pc:sldMk cId="696366585" sldId="353"/>
        </pc:sldMkLst>
        <pc:spChg chg="mod">
          <ac:chgData name="DOMENICO AMALFITANO" userId="S::domenico.amalfitano@unina.it::fb6cf861-3113-480d-b8cc-6c34b43a24f9" providerId="AD" clId="Web-{4283BB22-9012-46C2-94B7-A84F7EA7FEE3}" dt="2024-02-13T12:48:16.886" v="328" actId="20577"/>
          <ac:spMkLst>
            <pc:docMk/>
            <pc:sldMk cId="696366585" sldId="353"/>
            <ac:spMk id="2" creationId="{3F45CCB9-7246-6DF6-BA97-D8E9F7527DE8}"/>
          </ac:spMkLst>
        </pc:spChg>
        <pc:spChg chg="del mod">
          <ac:chgData name="DOMENICO AMALFITANO" userId="S::domenico.amalfitano@unina.it::fb6cf861-3113-480d-b8cc-6c34b43a24f9" providerId="AD" clId="Web-{4283BB22-9012-46C2-94B7-A84F7EA7FEE3}" dt="2024-02-13T12:48:23.073" v="330"/>
          <ac:spMkLst>
            <pc:docMk/>
            <pc:sldMk cId="696366585" sldId="353"/>
            <ac:spMk id="3" creationId="{50F1B5BB-0EAE-CB16-7D11-8453A082873D}"/>
          </ac:spMkLst>
        </pc:spChg>
        <pc:picChg chg="add mod">
          <ac:chgData name="DOMENICO AMALFITANO" userId="S::domenico.amalfitano@unina.it::fb6cf861-3113-480d-b8cc-6c34b43a24f9" providerId="AD" clId="Web-{4283BB22-9012-46C2-94B7-A84F7EA7FEE3}" dt="2024-02-13T12:48:39.480" v="333" actId="14100"/>
          <ac:picMkLst>
            <pc:docMk/>
            <pc:sldMk cId="696366585" sldId="353"/>
            <ac:picMk id="4" creationId="{B40A3BC7-F73C-84D2-D095-BD23231CC515}"/>
          </ac:picMkLst>
        </pc:picChg>
        <pc:picChg chg="add mod">
          <ac:chgData name="DOMENICO AMALFITANO" userId="S::domenico.amalfitano@unina.it::fb6cf861-3113-480d-b8cc-6c34b43a24f9" providerId="AD" clId="Web-{4283BB22-9012-46C2-94B7-A84F7EA7FEE3}" dt="2024-02-13T12:49:07.122" v="337" actId="1076"/>
          <ac:picMkLst>
            <pc:docMk/>
            <pc:sldMk cId="696366585" sldId="353"/>
            <ac:picMk id="5" creationId="{90124ECD-1D76-550F-B801-2FBEB1F4282B}"/>
          </ac:picMkLst>
        </pc:picChg>
      </pc:sldChg>
    </pc:docChg>
  </pc:docChgLst>
  <pc:docChgLst>
    <pc:chgData name="DOMENICO AMALFITANO" userId="S::domenico.amalfitano@unina.it::fb6cf861-3113-480d-b8cc-6c34b43a24f9" providerId="AD" clId="Web-{88304574-EB77-4904-AE57-DDE4EF75D8EE}"/>
    <pc:docChg chg="addSld delSld modSld sldOrd">
      <pc:chgData name="DOMENICO AMALFITANO" userId="S::domenico.amalfitano@unina.it::fb6cf861-3113-480d-b8cc-6c34b43a24f9" providerId="AD" clId="Web-{88304574-EB77-4904-AE57-DDE4EF75D8EE}" dt="2024-02-16T10:45:04.207" v="132"/>
      <pc:docMkLst>
        <pc:docMk/>
      </pc:docMkLst>
      <pc:sldChg chg="modSp new del">
        <pc:chgData name="DOMENICO AMALFITANO" userId="S::domenico.amalfitano@unina.it::fb6cf861-3113-480d-b8cc-6c34b43a24f9" providerId="AD" clId="Web-{88304574-EB77-4904-AE57-DDE4EF75D8EE}" dt="2024-02-16T10:40:56.978" v="17"/>
        <pc:sldMkLst>
          <pc:docMk/>
          <pc:sldMk cId="831700504" sldId="356"/>
        </pc:sldMkLst>
        <pc:spChg chg="mod">
          <ac:chgData name="DOMENICO AMALFITANO" userId="S::domenico.amalfitano@unina.it::fb6cf861-3113-480d-b8cc-6c34b43a24f9" providerId="AD" clId="Web-{88304574-EB77-4904-AE57-DDE4EF75D8EE}" dt="2024-02-16T10:40:16.289" v="13" actId="20577"/>
          <ac:spMkLst>
            <pc:docMk/>
            <pc:sldMk cId="831700504" sldId="356"/>
            <ac:spMk id="2" creationId="{5EA87F07-9F18-02C5-6211-FAD46BDA27B4}"/>
          </ac:spMkLst>
        </pc:spChg>
      </pc:sldChg>
      <pc:sldChg chg="add del replId">
        <pc:chgData name="DOMENICO AMALFITANO" userId="S::domenico.amalfitano@unina.it::fb6cf861-3113-480d-b8cc-6c34b43a24f9" providerId="AD" clId="Web-{88304574-EB77-4904-AE57-DDE4EF75D8EE}" dt="2024-02-16T10:40:39.930" v="15"/>
        <pc:sldMkLst>
          <pc:docMk/>
          <pc:sldMk cId="653774812" sldId="357"/>
        </pc:sldMkLst>
      </pc:sldChg>
      <pc:sldChg chg="addSp delSp modSp add ord replId addAnim delAnim">
        <pc:chgData name="DOMENICO AMALFITANO" userId="S::domenico.amalfitano@unina.it::fb6cf861-3113-480d-b8cc-6c34b43a24f9" providerId="AD" clId="Web-{88304574-EB77-4904-AE57-DDE4EF75D8EE}" dt="2024-02-16T10:45:04.207" v="132"/>
        <pc:sldMkLst>
          <pc:docMk/>
          <pc:sldMk cId="4006489038" sldId="357"/>
        </pc:sldMkLst>
        <pc:spChg chg="mod">
          <ac:chgData name="DOMENICO AMALFITANO" userId="S::domenico.amalfitano@unina.it::fb6cf861-3113-480d-b8cc-6c34b43a24f9" providerId="AD" clId="Web-{88304574-EB77-4904-AE57-DDE4EF75D8EE}" dt="2024-02-16T10:41:42.792" v="48" actId="20577"/>
          <ac:spMkLst>
            <pc:docMk/>
            <pc:sldMk cId="4006489038" sldId="357"/>
            <ac:spMk id="2" creationId="{C092DD9B-4A44-85C1-280C-B790F6B60D57}"/>
          </ac:spMkLst>
        </pc:spChg>
        <pc:spChg chg="add mod">
          <ac:chgData name="DOMENICO AMALFITANO" userId="S::domenico.amalfitano@unina.it::fb6cf861-3113-480d-b8cc-6c34b43a24f9" providerId="AD" clId="Web-{88304574-EB77-4904-AE57-DDE4EF75D8EE}" dt="2024-02-16T10:42:59.483" v="71" actId="20577"/>
          <ac:spMkLst>
            <pc:docMk/>
            <pc:sldMk cId="4006489038" sldId="357"/>
            <ac:spMk id="8" creationId="{033780CE-4577-3F57-118E-917149BDC969}"/>
          </ac:spMkLst>
        </pc:spChg>
        <pc:spChg chg="add mod">
          <ac:chgData name="DOMENICO AMALFITANO" userId="S::domenico.amalfitano@unina.it::fb6cf861-3113-480d-b8cc-6c34b43a24f9" providerId="AD" clId="Web-{88304574-EB77-4904-AE57-DDE4EF75D8EE}" dt="2024-02-16T10:45:00.222" v="131" actId="20577"/>
          <ac:spMkLst>
            <pc:docMk/>
            <pc:sldMk cId="4006489038" sldId="357"/>
            <ac:spMk id="9" creationId="{AB1668C7-3166-96B5-5D6B-9C556062F744}"/>
          </ac:spMkLst>
        </pc:spChg>
        <pc:picChg chg="add mod">
          <ac:chgData name="DOMENICO AMALFITANO" userId="S::domenico.amalfitano@unina.it::fb6cf861-3113-480d-b8cc-6c34b43a24f9" providerId="AD" clId="Web-{88304574-EB77-4904-AE57-DDE4EF75D8EE}" dt="2024-02-16T10:41:56.824" v="52" actId="14100"/>
          <ac:picMkLst>
            <pc:docMk/>
            <pc:sldMk cId="4006489038" sldId="357"/>
            <ac:picMk id="3" creationId="{4D390019-2CA2-5CA2-252F-ACF1FA48D136}"/>
          </ac:picMkLst>
        </pc:picChg>
        <pc:picChg chg="del">
          <ac:chgData name="DOMENICO AMALFITANO" userId="S::domenico.amalfitano@unina.it::fb6cf861-3113-480d-b8cc-6c34b43a24f9" providerId="AD" clId="Web-{88304574-EB77-4904-AE57-DDE4EF75D8EE}" dt="2024-02-16T10:41:46.386" v="49"/>
          <ac:picMkLst>
            <pc:docMk/>
            <pc:sldMk cId="4006489038" sldId="357"/>
            <ac:picMk id="4" creationId="{71B8AF02-BF67-6CD0-EF7E-35E895766121}"/>
          </ac:picMkLst>
        </pc:picChg>
        <pc:picChg chg="del">
          <ac:chgData name="DOMENICO AMALFITANO" userId="S::domenico.amalfitano@unina.it::fb6cf861-3113-480d-b8cc-6c34b43a24f9" providerId="AD" clId="Web-{88304574-EB77-4904-AE57-DDE4EF75D8EE}" dt="2024-02-16T10:42:07.762" v="53"/>
          <ac:picMkLst>
            <pc:docMk/>
            <pc:sldMk cId="4006489038" sldId="357"/>
            <ac:picMk id="6" creationId="{FF20FF73-40D9-5465-AF5C-A4E9452A84E6}"/>
          </ac:picMkLst>
        </pc:picChg>
        <pc:picChg chg="add mod">
          <ac:chgData name="DOMENICO AMALFITANO" userId="S::domenico.amalfitano@unina.it::fb6cf861-3113-480d-b8cc-6c34b43a24f9" providerId="AD" clId="Web-{88304574-EB77-4904-AE57-DDE4EF75D8EE}" dt="2024-02-16T10:42:41.342" v="58" actId="14100"/>
          <ac:picMkLst>
            <pc:docMk/>
            <pc:sldMk cId="4006489038" sldId="357"/>
            <ac:picMk id="7" creationId="{503C9457-830F-0C45-4861-6655F1A51B9D}"/>
          </ac:picMkLst>
        </pc:picChg>
      </pc:sldChg>
    </pc:docChg>
  </pc:docChgLst>
  <pc:docChgLst>
    <pc:chgData name="DOMENICO AMALFITANO" userId="S::domenico.amalfitano@unina.it::fb6cf861-3113-480d-b8cc-6c34b43a24f9" providerId="AD" clId="Web-{E92919CA-4F46-4412-9F9D-A8AD3AEFBC22}"/>
    <pc:docChg chg="modSld">
      <pc:chgData name="DOMENICO AMALFITANO" userId="S::domenico.amalfitano@unina.it::fb6cf861-3113-480d-b8cc-6c34b43a24f9" providerId="AD" clId="Web-{E92919CA-4F46-4412-9F9D-A8AD3AEFBC22}" dt="2024-02-12T17:10:01.443" v="19"/>
      <pc:docMkLst>
        <pc:docMk/>
      </pc:docMkLst>
      <pc:sldChg chg="modSp">
        <pc:chgData name="DOMENICO AMALFITANO" userId="S::domenico.amalfitano@unina.it::fb6cf861-3113-480d-b8cc-6c34b43a24f9" providerId="AD" clId="Web-{E92919CA-4F46-4412-9F9D-A8AD3AEFBC22}" dt="2024-02-12T17:10:01.443" v="19"/>
        <pc:sldMkLst>
          <pc:docMk/>
          <pc:sldMk cId="2895212078" sldId="348"/>
        </pc:sldMkLst>
        <pc:graphicFrameChg chg="mod modGraphic">
          <ac:chgData name="DOMENICO AMALFITANO" userId="S::domenico.amalfitano@unina.it::fb6cf861-3113-480d-b8cc-6c34b43a24f9" providerId="AD" clId="Web-{E92919CA-4F46-4412-9F9D-A8AD3AEFBC22}" dt="2024-02-12T17:10:01.443" v="19"/>
          <ac:graphicFrameMkLst>
            <pc:docMk/>
            <pc:sldMk cId="2895212078" sldId="348"/>
            <ac:graphicFrameMk id="4" creationId="{ED1E29A2-D19A-E62F-0308-FAD3ADC65C55}"/>
          </ac:graphicFrameMkLst>
        </pc:graphicFrame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DD207D78-5015-8475-54C2-0A9B46ADAA11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84513" cy="474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951" tIns="47476" rIns="94951" bIns="47476" numCol="1" anchor="t" anchorCtr="0" compatLnSpc="1">
            <a:prstTxWarp prst="textNoShape">
              <a:avLst/>
            </a:prstTxWarp>
          </a:bodyPr>
          <a:lstStyle>
            <a:lvl1pPr defTabSz="949325" eaLnBrk="0" hangingPunct="0">
              <a:defRPr sz="1200" smtClean="0">
                <a:latin typeface="Verdana" pitchFamily="34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35843" name="Rectangle 3">
            <a:extLst>
              <a:ext uri="{FF2B5EF4-FFF2-40B4-BE49-F238E27FC236}">
                <a16:creationId xmlns:a16="http://schemas.microsoft.com/office/drawing/2014/main" id="{9822A352-A7D7-027B-AD15-9DBC932BD7A9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59238" y="0"/>
            <a:ext cx="3003550" cy="474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951" tIns="47476" rIns="94951" bIns="47476" numCol="1" anchor="t" anchorCtr="0" compatLnSpc="1">
            <a:prstTxWarp prst="textNoShape">
              <a:avLst/>
            </a:prstTxWarp>
          </a:bodyPr>
          <a:lstStyle>
            <a:lvl1pPr algn="r" defTabSz="949325" eaLnBrk="0" hangingPunct="0">
              <a:defRPr sz="1200" smtClean="0">
                <a:latin typeface="Verdana" pitchFamily="34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35844" name="Rectangle 4">
            <a:extLst>
              <a:ext uri="{FF2B5EF4-FFF2-40B4-BE49-F238E27FC236}">
                <a16:creationId xmlns:a16="http://schemas.microsoft.com/office/drawing/2014/main" id="{2921BFE9-C9D8-1C38-3838-EC1FE7484624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1850"/>
            <a:ext cx="3084513" cy="474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951" tIns="47476" rIns="94951" bIns="47476" numCol="1" anchor="b" anchorCtr="0" compatLnSpc="1">
            <a:prstTxWarp prst="textNoShape">
              <a:avLst/>
            </a:prstTxWarp>
          </a:bodyPr>
          <a:lstStyle>
            <a:lvl1pPr defTabSz="949325" eaLnBrk="0" hangingPunct="0">
              <a:defRPr sz="1200" smtClean="0">
                <a:latin typeface="Verdana" pitchFamily="34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35845" name="Rectangle 5">
            <a:extLst>
              <a:ext uri="{FF2B5EF4-FFF2-40B4-BE49-F238E27FC236}">
                <a16:creationId xmlns:a16="http://schemas.microsoft.com/office/drawing/2014/main" id="{214275AA-9546-0FE4-B537-4855F5E1438F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59238" y="9721850"/>
            <a:ext cx="3003550" cy="474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951" tIns="47476" rIns="94951" bIns="47476" numCol="1" anchor="b" anchorCtr="0" compatLnSpc="1">
            <a:prstTxWarp prst="textNoShape">
              <a:avLst/>
            </a:prstTxWarp>
          </a:bodyPr>
          <a:lstStyle>
            <a:lvl1pPr algn="r" defTabSz="949325" eaLnBrk="0" hangingPunct="0">
              <a:defRPr sz="1200">
                <a:latin typeface="Verdana" panose="020B0604030504040204" pitchFamily="34" charset="0"/>
              </a:defRPr>
            </a:lvl1pPr>
          </a:lstStyle>
          <a:p>
            <a:fld id="{2993C5AB-CE10-C94B-82A8-3847F79289AD}" type="slidenum">
              <a:rPr lang="it-IT" altLang="it-IT"/>
              <a:pPr/>
              <a:t>‹N›</a:t>
            </a:fld>
            <a:endParaRPr lang="it-IT" altLang="it-I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4021138" y="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7E33C1-1FAE-ED41-A3D6-CD02F3B367D8}" type="datetimeFigureOut">
              <a:rPr lang="it-IT" smtClean="0"/>
              <a:t>24/03/25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246188" y="1279525"/>
            <a:ext cx="4606925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709613" y="4926013"/>
            <a:ext cx="5680075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4021138" y="972185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931BA5-3816-174C-B7A9-A8BBEA3C2A3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920472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13A92D85-8CAA-49AF-BE8D-CEECBCD97772}" type="slidenum">
              <a:rPr lang="en-US" altLang="it-IT">
                <a:latin typeface="Times New Roman" pitchFamily="18" charset="0"/>
              </a:rPr>
              <a:pPr/>
              <a:t>1</a:t>
            </a:fld>
            <a:endParaRPr lang="en-US" altLang="it-IT">
              <a:latin typeface="Times New Roman" pitchFamily="18" charset="0"/>
            </a:endParaRPr>
          </a:p>
        </p:txBody>
      </p:sp>
      <p:sp>
        <p:nvSpPr>
          <p:cNvPr id="14339" name="Rectangle 2"/>
          <p:cNvSpPr txBox="1">
            <a:spLocks noGrp="1" noChangeArrowheads="1"/>
          </p:cNvSpPr>
          <p:nvPr/>
        </p:nvSpPr>
        <p:spPr bwMode="auto">
          <a:xfrm>
            <a:off x="0" y="1"/>
            <a:ext cx="3078048" cy="5109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it-IT" sz="1200"/>
              <a:t>Università di Napoli Federico II - Facoltà di Ingegneria - Corso di Laurea in Ingegneria Informatica</a:t>
            </a:r>
          </a:p>
        </p:txBody>
      </p:sp>
      <p:sp>
        <p:nvSpPr>
          <p:cNvPr id="1434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41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it-IT" altLang="it-IT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2">
            <a:extLst>
              <a:ext uri="{FF2B5EF4-FFF2-40B4-BE49-F238E27FC236}">
                <a16:creationId xmlns:a16="http://schemas.microsoft.com/office/drawing/2014/main" id="{EDFB8E36-2692-9471-EECA-AA61B7A6D7F1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5200" y="1066800"/>
            <a:ext cx="0" cy="449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it-IT"/>
          </a:p>
        </p:txBody>
      </p:sp>
      <p:grpSp>
        <p:nvGrpSpPr>
          <p:cNvPr id="3" name="Group 8">
            <a:extLst>
              <a:ext uri="{FF2B5EF4-FFF2-40B4-BE49-F238E27FC236}">
                <a16:creationId xmlns:a16="http://schemas.microsoft.com/office/drawing/2014/main" id="{0260E3BE-B81E-7C4D-1F34-F0D3085ECB86}"/>
              </a:ext>
            </a:extLst>
          </p:cNvPr>
          <p:cNvGrpSpPr>
            <a:grpSpLocks/>
          </p:cNvGrpSpPr>
          <p:nvPr/>
        </p:nvGrpSpPr>
        <p:grpSpPr bwMode="auto">
          <a:xfrm>
            <a:off x="7493000" y="2992438"/>
            <a:ext cx="1338263" cy="2189162"/>
            <a:chOff x="4704" y="1885"/>
            <a:chExt cx="843" cy="1379"/>
          </a:xfrm>
        </p:grpSpPr>
        <p:sp>
          <p:nvSpPr>
            <p:cNvPr id="4" name="Oval 9">
              <a:extLst>
                <a:ext uri="{FF2B5EF4-FFF2-40B4-BE49-F238E27FC236}">
                  <a16:creationId xmlns:a16="http://schemas.microsoft.com/office/drawing/2014/main" id="{C4259D16-DEFD-027C-00D8-3A2E8BF1C3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1885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5" name="Oval 10">
              <a:extLst>
                <a:ext uri="{FF2B5EF4-FFF2-40B4-BE49-F238E27FC236}">
                  <a16:creationId xmlns:a16="http://schemas.microsoft.com/office/drawing/2014/main" id="{AD783EDC-DD0A-A35A-1F67-0271D9CF4C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3" y="1885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6" name="Oval 11">
              <a:extLst>
                <a:ext uri="{FF2B5EF4-FFF2-40B4-BE49-F238E27FC236}">
                  <a16:creationId xmlns:a16="http://schemas.microsoft.com/office/drawing/2014/main" id="{B8DD6095-01B2-14AB-C09E-5AC7F8FCE8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1885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7" name="Oval 12">
              <a:extLst>
                <a:ext uri="{FF2B5EF4-FFF2-40B4-BE49-F238E27FC236}">
                  <a16:creationId xmlns:a16="http://schemas.microsoft.com/office/drawing/2014/main" id="{A8CC8D34-A6F6-6FBC-E306-651CD229A5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2064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8" name="Oval 13">
              <a:extLst>
                <a:ext uri="{FF2B5EF4-FFF2-40B4-BE49-F238E27FC236}">
                  <a16:creationId xmlns:a16="http://schemas.microsoft.com/office/drawing/2014/main" id="{542DB62A-02AF-010E-6938-3AEE62E6DF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3" y="2064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9" name="Oval 14">
              <a:extLst>
                <a:ext uri="{FF2B5EF4-FFF2-40B4-BE49-F238E27FC236}">
                  <a16:creationId xmlns:a16="http://schemas.microsoft.com/office/drawing/2014/main" id="{AE010F5C-5AF7-E68D-CF2E-CA01AC2BAF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2064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0" name="Oval 15">
              <a:extLst>
                <a:ext uri="{FF2B5EF4-FFF2-40B4-BE49-F238E27FC236}">
                  <a16:creationId xmlns:a16="http://schemas.microsoft.com/office/drawing/2014/main" id="{8C779B22-3271-BC34-3025-A5D63D14EE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1" y="2064"/>
              <a:ext cx="127" cy="127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1" name="Oval 16">
              <a:extLst>
                <a:ext uri="{FF2B5EF4-FFF2-40B4-BE49-F238E27FC236}">
                  <a16:creationId xmlns:a16="http://schemas.microsoft.com/office/drawing/2014/main" id="{99FCA170-A778-8F8B-1728-AF6FD4FBE2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2243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" name="Oval 17">
              <a:extLst>
                <a:ext uri="{FF2B5EF4-FFF2-40B4-BE49-F238E27FC236}">
                  <a16:creationId xmlns:a16="http://schemas.microsoft.com/office/drawing/2014/main" id="{BB691FF7-E84E-84B9-5AB5-E565A5255D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3" y="2243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3" name="Oval 18">
              <a:extLst>
                <a:ext uri="{FF2B5EF4-FFF2-40B4-BE49-F238E27FC236}">
                  <a16:creationId xmlns:a16="http://schemas.microsoft.com/office/drawing/2014/main" id="{E57164C9-E297-D2B3-8152-40E66F1624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4" name="Oval 19">
              <a:extLst>
                <a:ext uri="{FF2B5EF4-FFF2-40B4-BE49-F238E27FC236}">
                  <a16:creationId xmlns:a16="http://schemas.microsoft.com/office/drawing/2014/main" id="{F0FEB2EE-0ED2-85C2-85F1-83A1BB6E88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1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5" name="Oval 20">
              <a:extLst>
                <a:ext uri="{FF2B5EF4-FFF2-40B4-BE49-F238E27FC236}">
                  <a16:creationId xmlns:a16="http://schemas.microsoft.com/office/drawing/2014/main" id="{49A3026D-6EB7-1E81-AEF6-4979F5EC9D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20" y="2243"/>
              <a:ext cx="127" cy="127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6" name="Oval 21">
              <a:extLst>
                <a:ext uri="{FF2B5EF4-FFF2-40B4-BE49-F238E27FC236}">
                  <a16:creationId xmlns:a16="http://schemas.microsoft.com/office/drawing/2014/main" id="{92F59D63-53F1-080B-7142-39B65BAE00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2421"/>
              <a:ext cx="127" cy="128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7" name="Oval 22">
              <a:extLst>
                <a:ext uri="{FF2B5EF4-FFF2-40B4-BE49-F238E27FC236}">
                  <a16:creationId xmlns:a16="http://schemas.microsoft.com/office/drawing/2014/main" id="{2F054441-EC9C-B07B-75BB-2D08F53AA3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3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8" name="Oval 23">
              <a:extLst>
                <a:ext uri="{FF2B5EF4-FFF2-40B4-BE49-F238E27FC236}">
                  <a16:creationId xmlns:a16="http://schemas.microsoft.com/office/drawing/2014/main" id="{E3B97A58-18DB-0DF0-CA1A-31169D30A0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9" name="Oval 24">
              <a:extLst>
                <a:ext uri="{FF2B5EF4-FFF2-40B4-BE49-F238E27FC236}">
                  <a16:creationId xmlns:a16="http://schemas.microsoft.com/office/drawing/2014/main" id="{888DF6CF-3E0A-8611-1A78-1D288081EF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1" y="2421"/>
              <a:ext cx="127" cy="128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20" name="Oval 25">
              <a:extLst>
                <a:ext uri="{FF2B5EF4-FFF2-40B4-BE49-F238E27FC236}">
                  <a16:creationId xmlns:a16="http://schemas.microsoft.com/office/drawing/2014/main" id="{C32031F4-1263-B0FB-2B55-5D4BD10748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21" name="Oval 26">
              <a:extLst>
                <a:ext uri="{FF2B5EF4-FFF2-40B4-BE49-F238E27FC236}">
                  <a16:creationId xmlns:a16="http://schemas.microsoft.com/office/drawing/2014/main" id="{76A419EE-5229-9FE5-E748-520534AEE8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3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22" name="Oval 27">
              <a:extLst>
                <a:ext uri="{FF2B5EF4-FFF2-40B4-BE49-F238E27FC236}">
                  <a16:creationId xmlns:a16="http://schemas.microsoft.com/office/drawing/2014/main" id="{9627FAA7-CEF8-A621-0C1F-570876CE76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23" name="Oval 28">
              <a:extLst>
                <a:ext uri="{FF2B5EF4-FFF2-40B4-BE49-F238E27FC236}">
                  <a16:creationId xmlns:a16="http://schemas.microsoft.com/office/drawing/2014/main" id="{1EDA2367-81CD-DEAC-7E02-B1C0519A2C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1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24" name="Oval 29">
              <a:extLst>
                <a:ext uri="{FF2B5EF4-FFF2-40B4-BE49-F238E27FC236}">
                  <a16:creationId xmlns:a16="http://schemas.microsoft.com/office/drawing/2014/main" id="{75DCDEE2-83B3-536E-6123-004E0BFA8B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20" y="2600"/>
              <a:ext cx="127" cy="128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25" name="Oval 30">
              <a:extLst>
                <a:ext uri="{FF2B5EF4-FFF2-40B4-BE49-F238E27FC236}">
                  <a16:creationId xmlns:a16="http://schemas.microsoft.com/office/drawing/2014/main" id="{B9ADC3D3-B430-3D9A-7AF0-EBB2F85C20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2779"/>
              <a:ext cx="127" cy="127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26" name="Oval 31">
              <a:extLst>
                <a:ext uri="{FF2B5EF4-FFF2-40B4-BE49-F238E27FC236}">
                  <a16:creationId xmlns:a16="http://schemas.microsoft.com/office/drawing/2014/main" id="{71AE266B-6D1B-166C-6474-3A27D5FCA0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3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27" name="Oval 32">
              <a:extLst>
                <a:ext uri="{FF2B5EF4-FFF2-40B4-BE49-F238E27FC236}">
                  <a16:creationId xmlns:a16="http://schemas.microsoft.com/office/drawing/2014/main" id="{BD55B242-AB5F-2401-9701-41ACCCEBDE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28" name="Oval 33">
              <a:extLst>
                <a:ext uri="{FF2B5EF4-FFF2-40B4-BE49-F238E27FC236}">
                  <a16:creationId xmlns:a16="http://schemas.microsoft.com/office/drawing/2014/main" id="{9DB4E7FD-8EA2-A662-9B6D-97427264BC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1" y="2779"/>
              <a:ext cx="127" cy="127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29" name="Oval 34">
              <a:extLst>
                <a:ext uri="{FF2B5EF4-FFF2-40B4-BE49-F238E27FC236}">
                  <a16:creationId xmlns:a16="http://schemas.microsoft.com/office/drawing/2014/main" id="{7EE16CBA-D536-A892-BE2D-F1B598088D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30" name="Oval 35">
              <a:extLst>
                <a:ext uri="{FF2B5EF4-FFF2-40B4-BE49-F238E27FC236}">
                  <a16:creationId xmlns:a16="http://schemas.microsoft.com/office/drawing/2014/main" id="{DB4E9432-8633-35E7-4E11-437B5B28E7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3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31" name="Oval 36">
              <a:extLst>
                <a:ext uri="{FF2B5EF4-FFF2-40B4-BE49-F238E27FC236}">
                  <a16:creationId xmlns:a16="http://schemas.microsoft.com/office/drawing/2014/main" id="{CD2BB0AB-815A-5DDA-5E4B-6789CA42F2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32" name="Oval 37">
              <a:extLst>
                <a:ext uri="{FF2B5EF4-FFF2-40B4-BE49-F238E27FC236}">
                  <a16:creationId xmlns:a16="http://schemas.microsoft.com/office/drawing/2014/main" id="{A6EA0308-12B1-3EB3-3907-EF3F7AAC3C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1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33" name="Oval 38">
              <a:extLst>
                <a:ext uri="{FF2B5EF4-FFF2-40B4-BE49-F238E27FC236}">
                  <a16:creationId xmlns:a16="http://schemas.microsoft.com/office/drawing/2014/main" id="{AA8F3A92-6AB1-2F62-4BBD-D41DC89187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3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34" name="Oval 39">
              <a:extLst>
                <a:ext uri="{FF2B5EF4-FFF2-40B4-BE49-F238E27FC236}">
                  <a16:creationId xmlns:a16="http://schemas.microsoft.com/office/drawing/2014/main" id="{03A31CF4-50B7-629F-B52C-50EA5006AA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1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</p:grpSp>
      <p:sp>
        <p:nvSpPr>
          <p:cNvPr id="35" name="Line 40">
            <a:extLst>
              <a:ext uri="{FF2B5EF4-FFF2-40B4-BE49-F238E27FC236}">
                <a16:creationId xmlns:a16="http://schemas.microsoft.com/office/drawing/2014/main" id="{8B7EAAE9-3BF6-0C31-F5C4-2C0F97DAAC0F}"/>
              </a:ext>
            </a:extLst>
          </p:cNvPr>
          <p:cNvSpPr>
            <a:spLocks noChangeShapeType="1"/>
          </p:cNvSpPr>
          <p:nvPr/>
        </p:nvSpPr>
        <p:spPr bwMode="auto">
          <a:xfrm>
            <a:off x="304800" y="2819400"/>
            <a:ext cx="82296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128003" name="Rectangle 3"/>
          <p:cNvSpPr>
            <a:spLocks noGrp="1" noChangeArrowheads="1"/>
          </p:cNvSpPr>
          <p:nvPr>
            <p:ph type="ctrTitle"/>
          </p:nvPr>
        </p:nvSpPr>
        <p:spPr>
          <a:xfrm>
            <a:off x="315913" y="466725"/>
            <a:ext cx="6781800" cy="2133600"/>
          </a:xfrm>
        </p:spPr>
        <p:txBody>
          <a:bodyPr/>
          <a:lstStyle>
            <a:lvl1pPr algn="r">
              <a:defRPr sz="4800"/>
            </a:lvl1pPr>
          </a:lstStyle>
          <a:p>
            <a:r>
              <a:rPr lang="en-US" altLang="en-US"/>
              <a:t>Fare clic per modificare lo stile del titolo</a:t>
            </a:r>
          </a:p>
        </p:txBody>
      </p:sp>
      <p:sp>
        <p:nvSpPr>
          <p:cNvPr id="128004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849313" y="3049588"/>
            <a:ext cx="6248400" cy="2362200"/>
          </a:xfrm>
        </p:spPr>
        <p:txBody>
          <a:bodyPr/>
          <a:lstStyle>
            <a:lvl1pPr marL="0" indent="0" algn="r">
              <a:buFont typeface="Wingdings" pitchFamily="2" charset="2"/>
              <a:buNone/>
              <a:defRPr sz="3200"/>
            </a:lvl1pPr>
          </a:lstStyle>
          <a:p>
            <a:r>
              <a:rPr lang="en-US" altLang="en-US"/>
              <a:t>Fare clic per modificare lo stile del sottotitolo dello schema</a:t>
            </a:r>
          </a:p>
        </p:txBody>
      </p:sp>
      <p:sp>
        <p:nvSpPr>
          <p:cNvPr id="36" name="Rectangle 5">
            <a:extLst>
              <a:ext uri="{FF2B5EF4-FFF2-40B4-BE49-F238E27FC236}">
                <a16:creationId xmlns:a16="http://schemas.microsoft.com/office/drawing/2014/main" id="{52FE5966-D775-3B11-7827-48722D24733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7" name="Rectangle 6">
            <a:extLst>
              <a:ext uri="{FF2B5EF4-FFF2-40B4-BE49-F238E27FC236}">
                <a16:creationId xmlns:a16="http://schemas.microsoft.com/office/drawing/2014/main" id="{6DEA5970-F6FB-6FA9-E48E-0B51FBC596B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8" name="Rectangle 7">
            <a:extLst>
              <a:ext uri="{FF2B5EF4-FFF2-40B4-BE49-F238E27FC236}">
                <a16:creationId xmlns:a16="http://schemas.microsoft.com/office/drawing/2014/main" id="{BA53554F-80D1-21F4-9987-92A6A123744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4259C2B-F7FC-894A-A5CE-3A355566020C}" type="slidenum">
              <a:rPr lang="en-US" altLang="en-US"/>
              <a:pPr/>
              <a:t>‹N›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365014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6BFD8F56-330C-0DFF-7EA5-ECA50C86805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C5A3548D-F7D7-5837-C8A5-0A9C5809FF9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7637D6A2-E719-6297-E26C-3BF9C2C24E1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577A2BB-1426-7940-AF0E-EE4E29273AED}" type="slidenum">
              <a:rPr lang="en-US" altLang="en-US"/>
              <a:pPr/>
              <a:t>‹N›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043107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2F73A563-6027-417E-CA97-E19B258A029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87E5D0DD-E42A-76B8-C2FB-2D2A9B01AC9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553B55BA-0823-B634-AC39-EEEA7AF447F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CEDBACB-E365-024E-8DDD-EE008340169D}" type="slidenum">
              <a:rPr lang="en-US" altLang="en-US"/>
              <a:pPr/>
              <a:t>‹N›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092394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457200" y="1719263"/>
            <a:ext cx="4038600" cy="44116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648200" y="1719263"/>
            <a:ext cx="4038600" cy="44116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C3F66DE-EDD0-F0F2-8577-76FAE75902C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1192FEB-B604-47A1-0075-C41AD531804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183D859C-9F71-8DF9-FBB4-1C0445764BF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32A83B4-F1DF-4E4F-AFF4-9C3CF4F2EE23}" type="slidenum">
              <a:rPr lang="en-US" altLang="en-US"/>
              <a:pPr/>
              <a:t>‹N›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178030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67D42D32-0621-8886-9371-F7120B9BF05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F8B44152-4BA3-7266-A04B-D335016E2B1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3B95D3AC-EBB1-FA5C-DF4C-D37CFABE543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C9AD412-AFBC-C94F-B6D8-900608A6D289}" type="slidenum">
              <a:rPr lang="en-US" altLang="en-US"/>
              <a:pPr/>
              <a:t>‹N›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051562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BCE6213C-10B3-BEF7-3A61-E42ED37B616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44E22DD4-22EB-98B3-FE75-208718E635E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5E96E866-9E98-E4BA-F841-51305A0EE8A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BD09F61-55F9-6F4A-8175-A32FE726ADBB}" type="slidenum">
              <a:rPr lang="en-US" altLang="en-US"/>
              <a:pPr/>
              <a:t>‹N›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066369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>
            <a:extLst>
              <a:ext uri="{FF2B5EF4-FFF2-40B4-BE49-F238E27FC236}">
                <a16:creationId xmlns:a16="http://schemas.microsoft.com/office/drawing/2014/main" id="{29441F79-35C1-AFF2-0708-F85EC7AD73E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29000A7E-D812-EDF3-0364-49AD895A5CB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CB2BA7C5-B5D6-6375-8DB4-0A1D52B9B2A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04D88D2-B4F4-C54E-A11C-7867C43B62F9}" type="slidenum">
              <a:rPr lang="en-US" altLang="en-US"/>
              <a:pPr/>
              <a:t>‹N›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040486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AE1E842-7E67-81CD-A5D3-D9B08709E24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CC25817-0234-9637-49C9-4232ADCFA6F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908BFAF4-2AF6-18D4-2785-20165B45BC1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1907342-6BA4-894D-B109-9E49F17A1124}" type="slidenum">
              <a:rPr lang="en-US" altLang="en-US"/>
              <a:pPr/>
              <a:t>‹N›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105971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it-IT" noProof="0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9CFEF3A-02C8-DD78-F338-9F2A34E15CE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5638AD8-6FF8-D888-FB09-9C37E168178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623D5E3C-2ACF-28C6-DBA0-AFB717CF25F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91AC580-8BE5-F743-8E8E-F69DF682E6DD}" type="slidenum">
              <a:rPr lang="en-US" altLang="en-US"/>
              <a:pPr/>
              <a:t>‹N›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353069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1C3BF3F4-009A-DDD1-8C88-42798690F82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07AAA62B-33A2-4415-863C-046DB60ABBE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D43B5BA7-12E7-1A57-C171-35598BC01B2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373340D-9F62-2745-A3EF-6420F06DF7CE}" type="slidenum">
              <a:rPr lang="en-US" altLang="en-US"/>
              <a:pPr/>
              <a:t>‹N›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112930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6629400" y="122238"/>
            <a:ext cx="2057400" cy="6008687"/>
          </a:xfrm>
        </p:spPr>
        <p:txBody>
          <a:bodyPr vert="eaVert"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457200" y="122238"/>
            <a:ext cx="6019800" cy="6008687"/>
          </a:xfrm>
        </p:spPr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272EC48A-2092-7B54-D2AA-889BA9C6A2B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529B5314-B07B-4F0A-2AD8-CB77E42950A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6AC837E0-0F2D-0A1C-0E2C-402978B1AD6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6CC9615-8AFF-D943-AC5A-34CC66FE437F}" type="slidenum">
              <a:rPr lang="en-US" altLang="en-US"/>
              <a:pPr/>
              <a:t>‹N›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557955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Line 2">
            <a:extLst>
              <a:ext uri="{FF2B5EF4-FFF2-40B4-BE49-F238E27FC236}">
                <a16:creationId xmlns:a16="http://schemas.microsoft.com/office/drawing/2014/main" id="{540C9EE9-F88F-0FCE-D63A-BD6403DA705B}"/>
              </a:ext>
            </a:extLst>
          </p:cNvPr>
          <p:cNvSpPr>
            <a:spLocks noChangeShapeType="1"/>
          </p:cNvSpPr>
          <p:nvPr/>
        </p:nvSpPr>
        <p:spPr bwMode="auto">
          <a:xfrm>
            <a:off x="7962900" y="152400"/>
            <a:ext cx="0" cy="152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2D8BF64B-CABB-23F6-B464-30E708F6BBE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22238"/>
            <a:ext cx="7543800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Fare clic per modificare lo stile del titolo</a:t>
            </a:r>
          </a:p>
        </p:txBody>
      </p:sp>
      <p:sp>
        <p:nvSpPr>
          <p:cNvPr id="5124" name="Rectangle 4">
            <a:extLst>
              <a:ext uri="{FF2B5EF4-FFF2-40B4-BE49-F238E27FC236}">
                <a16:creationId xmlns:a16="http://schemas.microsoft.com/office/drawing/2014/main" id="{1757F452-E11B-F73F-9D31-9E64F7BCF0B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719263"/>
            <a:ext cx="8229600" cy="4411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Fare clic per modificare gli stili del testo dello schema</a:t>
            </a:r>
          </a:p>
          <a:p>
            <a:pPr lvl="1"/>
            <a:r>
              <a:rPr lang="en-US" altLang="en-US"/>
              <a:t>Secondo livello</a:t>
            </a:r>
          </a:p>
          <a:p>
            <a:pPr lvl="2"/>
            <a:r>
              <a:rPr lang="en-US" altLang="en-US"/>
              <a:t>Terzo livello</a:t>
            </a:r>
          </a:p>
          <a:p>
            <a:pPr lvl="3"/>
            <a:r>
              <a:rPr lang="en-US" altLang="en-US"/>
              <a:t>Quarto livello</a:t>
            </a:r>
          </a:p>
          <a:p>
            <a:pPr lvl="4"/>
            <a:r>
              <a:rPr lang="en-US" altLang="en-US"/>
              <a:t>Quinto livello</a:t>
            </a:r>
          </a:p>
        </p:txBody>
      </p:sp>
      <p:sp>
        <p:nvSpPr>
          <p:cNvPr id="126981" name="Rectangle 5">
            <a:extLst>
              <a:ext uri="{FF2B5EF4-FFF2-40B4-BE49-F238E27FC236}">
                <a16:creationId xmlns:a16="http://schemas.microsoft.com/office/drawing/2014/main" id="{E6E10625-B6F2-4C53-9CCC-6419A01A3475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 smtClean="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26982" name="Rectangle 6">
            <a:extLst>
              <a:ext uri="{FF2B5EF4-FFF2-40B4-BE49-F238E27FC236}">
                <a16:creationId xmlns:a16="http://schemas.microsoft.com/office/drawing/2014/main" id="{C7332706-7FFA-54A1-EC44-C94B73721F84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000" smtClean="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26983" name="Rectangle 7">
            <a:extLst>
              <a:ext uri="{FF2B5EF4-FFF2-40B4-BE49-F238E27FC236}">
                <a16:creationId xmlns:a16="http://schemas.microsoft.com/office/drawing/2014/main" id="{0C95B491-8644-1183-0E63-D7A1B6E66B50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/>
            </a:lvl1pPr>
          </a:lstStyle>
          <a:p>
            <a:fld id="{BB36E27F-A467-C343-A682-197048FF27E3}" type="slidenum">
              <a:rPr lang="en-US" altLang="en-US"/>
              <a:pPr/>
              <a:t>‹N›</a:t>
            </a:fld>
            <a:endParaRPr lang="en-US" altLang="en-US"/>
          </a:p>
        </p:txBody>
      </p:sp>
      <p:grpSp>
        <p:nvGrpSpPr>
          <p:cNvPr id="5128" name="Group 8">
            <a:extLst>
              <a:ext uri="{FF2B5EF4-FFF2-40B4-BE49-F238E27FC236}">
                <a16:creationId xmlns:a16="http://schemas.microsoft.com/office/drawing/2014/main" id="{87E611C9-A6DF-E642-A92D-7350DE5CB4ED}"/>
              </a:ext>
            </a:extLst>
          </p:cNvPr>
          <p:cNvGrpSpPr>
            <a:grpSpLocks/>
          </p:cNvGrpSpPr>
          <p:nvPr/>
        </p:nvGrpSpPr>
        <p:grpSpPr bwMode="auto">
          <a:xfrm>
            <a:off x="8153400" y="152400"/>
            <a:ext cx="792163" cy="1295400"/>
            <a:chOff x="5136" y="960"/>
            <a:chExt cx="528" cy="864"/>
          </a:xfrm>
        </p:grpSpPr>
        <p:sp>
          <p:nvSpPr>
            <p:cNvPr id="126985" name="Oval 9">
              <a:extLst>
                <a:ext uri="{FF2B5EF4-FFF2-40B4-BE49-F238E27FC236}">
                  <a16:creationId xmlns:a16="http://schemas.microsoft.com/office/drawing/2014/main" id="{458D5DA2-D63A-BCA2-4131-9337A9F53A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6986" name="Oval 10">
              <a:extLst>
                <a:ext uri="{FF2B5EF4-FFF2-40B4-BE49-F238E27FC236}">
                  <a16:creationId xmlns:a16="http://schemas.microsoft.com/office/drawing/2014/main" id="{8890EB0F-7369-8915-F4A5-1ABAFF6DFA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960"/>
              <a:ext cx="79" cy="80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6987" name="Oval 11">
              <a:extLst>
                <a:ext uri="{FF2B5EF4-FFF2-40B4-BE49-F238E27FC236}">
                  <a16:creationId xmlns:a16="http://schemas.microsoft.com/office/drawing/2014/main" id="{E4F63A04-47F0-7C06-3808-CB8141CE74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0" y="960"/>
              <a:ext cx="79" cy="80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6988" name="Oval 12">
              <a:extLst>
                <a:ext uri="{FF2B5EF4-FFF2-40B4-BE49-F238E27FC236}">
                  <a16:creationId xmlns:a16="http://schemas.microsoft.com/office/drawing/2014/main" id="{CBD03CE4-70F6-E7AF-484F-7B3A19CDCA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1072"/>
              <a:ext cx="80" cy="79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6989" name="Oval 13">
              <a:extLst>
                <a:ext uri="{FF2B5EF4-FFF2-40B4-BE49-F238E27FC236}">
                  <a16:creationId xmlns:a16="http://schemas.microsoft.com/office/drawing/2014/main" id="{122C697E-12A5-96C9-3160-E711DA9830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1072"/>
              <a:ext cx="79" cy="79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6990" name="Oval 14">
              <a:extLst>
                <a:ext uri="{FF2B5EF4-FFF2-40B4-BE49-F238E27FC236}">
                  <a16:creationId xmlns:a16="http://schemas.microsoft.com/office/drawing/2014/main" id="{3582F47B-BA78-75EC-BA11-733D26F135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0" y="1072"/>
              <a:ext cx="79" cy="79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6991" name="Oval 15">
              <a:extLst>
                <a:ext uri="{FF2B5EF4-FFF2-40B4-BE49-F238E27FC236}">
                  <a16:creationId xmlns:a16="http://schemas.microsoft.com/office/drawing/2014/main" id="{E4A13053-C19F-F749-4FC6-0834BB3E1C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2" y="1072"/>
              <a:ext cx="79" cy="79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6992" name="Oval 16">
              <a:extLst>
                <a:ext uri="{FF2B5EF4-FFF2-40B4-BE49-F238E27FC236}">
                  <a16:creationId xmlns:a16="http://schemas.microsoft.com/office/drawing/2014/main" id="{F39340F1-2AD8-DD98-83D4-1A092CD31A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1184"/>
              <a:ext cx="80" cy="79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6993" name="Oval 17">
              <a:extLst>
                <a:ext uri="{FF2B5EF4-FFF2-40B4-BE49-F238E27FC236}">
                  <a16:creationId xmlns:a16="http://schemas.microsoft.com/office/drawing/2014/main" id="{B294C5ED-458D-6FC0-9242-727420D4C4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1184"/>
              <a:ext cx="79" cy="79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6994" name="Oval 18">
              <a:extLst>
                <a:ext uri="{FF2B5EF4-FFF2-40B4-BE49-F238E27FC236}">
                  <a16:creationId xmlns:a16="http://schemas.microsoft.com/office/drawing/2014/main" id="{3ADB9F1A-BAEB-E633-420A-C49EEBFDFE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0" y="1184"/>
              <a:ext cx="79" cy="79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6995" name="Oval 19">
              <a:extLst>
                <a:ext uri="{FF2B5EF4-FFF2-40B4-BE49-F238E27FC236}">
                  <a16:creationId xmlns:a16="http://schemas.microsoft.com/office/drawing/2014/main" id="{4D7FD144-559C-A9A8-B783-6F3C8C1ADD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2" y="1184"/>
              <a:ext cx="79" cy="79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6996" name="Oval 20">
              <a:extLst>
                <a:ext uri="{FF2B5EF4-FFF2-40B4-BE49-F238E27FC236}">
                  <a16:creationId xmlns:a16="http://schemas.microsoft.com/office/drawing/2014/main" id="{598E7249-26AB-193F-D1E8-83E0BB4997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84" y="1184"/>
              <a:ext cx="80" cy="79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6997" name="Oval 21">
              <a:extLst>
                <a:ext uri="{FF2B5EF4-FFF2-40B4-BE49-F238E27FC236}">
                  <a16:creationId xmlns:a16="http://schemas.microsoft.com/office/drawing/2014/main" id="{9C12A3DE-C91F-BC4E-628C-84B9791546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6998" name="Oval 22">
              <a:extLst>
                <a:ext uri="{FF2B5EF4-FFF2-40B4-BE49-F238E27FC236}">
                  <a16:creationId xmlns:a16="http://schemas.microsoft.com/office/drawing/2014/main" id="{8BC5A21A-9F25-DAB9-43EB-B51E736AF5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1296"/>
              <a:ext cx="79" cy="8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6999" name="Oval 23">
              <a:extLst>
                <a:ext uri="{FF2B5EF4-FFF2-40B4-BE49-F238E27FC236}">
                  <a16:creationId xmlns:a16="http://schemas.microsoft.com/office/drawing/2014/main" id="{7F64B40F-951B-2C62-6BCE-9ED069F217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0" y="1296"/>
              <a:ext cx="79" cy="8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7000" name="Oval 24">
              <a:extLst>
                <a:ext uri="{FF2B5EF4-FFF2-40B4-BE49-F238E27FC236}">
                  <a16:creationId xmlns:a16="http://schemas.microsoft.com/office/drawing/2014/main" id="{CA178D50-6275-0362-E00C-1CA73A48C9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2" y="1296"/>
              <a:ext cx="79" cy="80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7001" name="Oval 25">
              <a:extLst>
                <a:ext uri="{FF2B5EF4-FFF2-40B4-BE49-F238E27FC236}">
                  <a16:creationId xmlns:a16="http://schemas.microsoft.com/office/drawing/2014/main" id="{281982FD-F23F-8D3A-3E1C-E1DD238A73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7002" name="Oval 26">
              <a:extLst>
                <a:ext uri="{FF2B5EF4-FFF2-40B4-BE49-F238E27FC236}">
                  <a16:creationId xmlns:a16="http://schemas.microsoft.com/office/drawing/2014/main" id="{C8D7E381-17EC-2A89-CD07-B648B12E46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1408"/>
              <a:ext cx="79" cy="8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7003" name="Oval 27">
              <a:extLst>
                <a:ext uri="{FF2B5EF4-FFF2-40B4-BE49-F238E27FC236}">
                  <a16:creationId xmlns:a16="http://schemas.microsoft.com/office/drawing/2014/main" id="{32DD81C6-B5B4-9147-3851-21E281145B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0" y="1408"/>
              <a:ext cx="79" cy="80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7004" name="Oval 28">
              <a:extLst>
                <a:ext uri="{FF2B5EF4-FFF2-40B4-BE49-F238E27FC236}">
                  <a16:creationId xmlns:a16="http://schemas.microsoft.com/office/drawing/2014/main" id="{72A66D00-BE9F-69EA-1631-391C47D4A3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2" y="1408"/>
              <a:ext cx="79" cy="80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7005" name="Oval 29">
              <a:extLst>
                <a:ext uri="{FF2B5EF4-FFF2-40B4-BE49-F238E27FC236}">
                  <a16:creationId xmlns:a16="http://schemas.microsoft.com/office/drawing/2014/main" id="{4C144CCF-2806-BF73-1213-3BD291D67C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7006" name="Oval 30">
              <a:extLst>
                <a:ext uri="{FF2B5EF4-FFF2-40B4-BE49-F238E27FC236}">
                  <a16:creationId xmlns:a16="http://schemas.microsoft.com/office/drawing/2014/main" id="{158CC9C8-184C-9D09-DC3D-D6F8628B27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1520"/>
              <a:ext cx="80" cy="79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7007" name="Oval 31">
              <a:extLst>
                <a:ext uri="{FF2B5EF4-FFF2-40B4-BE49-F238E27FC236}">
                  <a16:creationId xmlns:a16="http://schemas.microsoft.com/office/drawing/2014/main" id="{A2309C93-ECEF-5DD8-56EA-69EB76E34B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1520"/>
              <a:ext cx="79" cy="79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7008" name="Oval 32">
              <a:extLst>
                <a:ext uri="{FF2B5EF4-FFF2-40B4-BE49-F238E27FC236}">
                  <a16:creationId xmlns:a16="http://schemas.microsoft.com/office/drawing/2014/main" id="{1EE4CEBC-BED7-E548-7FD1-EA407310AE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0" y="1520"/>
              <a:ext cx="79" cy="79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7009" name="Oval 33">
              <a:extLst>
                <a:ext uri="{FF2B5EF4-FFF2-40B4-BE49-F238E27FC236}">
                  <a16:creationId xmlns:a16="http://schemas.microsoft.com/office/drawing/2014/main" id="{15ADF64A-190F-BB60-3CCD-4BE3E5B732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2" y="1520"/>
              <a:ext cx="79" cy="79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7010" name="Oval 34">
              <a:extLst>
                <a:ext uri="{FF2B5EF4-FFF2-40B4-BE49-F238E27FC236}">
                  <a16:creationId xmlns:a16="http://schemas.microsoft.com/office/drawing/2014/main" id="{C7D2FB20-9F35-8F71-8BD9-786281D144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1632"/>
              <a:ext cx="80" cy="79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7011" name="Oval 35">
              <a:extLst>
                <a:ext uri="{FF2B5EF4-FFF2-40B4-BE49-F238E27FC236}">
                  <a16:creationId xmlns:a16="http://schemas.microsoft.com/office/drawing/2014/main" id="{5890642F-1E56-8F36-DBB7-B71269DE79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1632"/>
              <a:ext cx="79" cy="79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7012" name="Oval 36">
              <a:extLst>
                <a:ext uri="{FF2B5EF4-FFF2-40B4-BE49-F238E27FC236}">
                  <a16:creationId xmlns:a16="http://schemas.microsoft.com/office/drawing/2014/main" id="{5F10B179-9CAF-6B7F-6F27-C4938A33FB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0" y="1632"/>
              <a:ext cx="79" cy="79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7013" name="Oval 37">
              <a:extLst>
                <a:ext uri="{FF2B5EF4-FFF2-40B4-BE49-F238E27FC236}">
                  <a16:creationId xmlns:a16="http://schemas.microsoft.com/office/drawing/2014/main" id="{DACD2D39-EA14-9019-44C2-236A45B61C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2" y="1632"/>
              <a:ext cx="79" cy="79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7014" name="Oval 38">
              <a:extLst>
                <a:ext uri="{FF2B5EF4-FFF2-40B4-BE49-F238E27FC236}">
                  <a16:creationId xmlns:a16="http://schemas.microsoft.com/office/drawing/2014/main" id="{0BE3EBF9-755C-1F41-6924-622E229F32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1744"/>
              <a:ext cx="79" cy="8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7015" name="Oval 39">
              <a:extLst>
                <a:ext uri="{FF2B5EF4-FFF2-40B4-BE49-F238E27FC236}">
                  <a16:creationId xmlns:a16="http://schemas.microsoft.com/office/drawing/2014/main" id="{B69D5D9E-9F51-7F63-AD38-956B5A9970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2" y="1744"/>
              <a:ext cx="79" cy="8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6" r:id="rId2"/>
    <p:sldLayoutId id="2147483705" r:id="rId3"/>
    <p:sldLayoutId id="2147483704" r:id="rId4"/>
    <p:sldLayoutId id="2147483703" r:id="rId5"/>
    <p:sldLayoutId id="2147483702" r:id="rId6"/>
    <p:sldLayoutId id="2147483701" r:id="rId7"/>
    <p:sldLayoutId id="2147483700" r:id="rId8"/>
    <p:sldLayoutId id="2147483699" r:id="rId9"/>
    <p:sldLayoutId id="2147483698" r:id="rId10"/>
    <p:sldLayoutId id="2147483697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itchFamily="2" charset="2"/>
        <a:buChar char="l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692150" indent="-3476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l"/>
        <a:defRPr sz="2600">
          <a:solidFill>
            <a:schemeClr val="tx1"/>
          </a:solidFill>
          <a:latin typeface="+mn-lt"/>
        </a:defRPr>
      </a:lvl2pPr>
      <a:lvl3pPr marL="987425" indent="-293688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itchFamily="2" charset="2"/>
        <a:buChar char="l"/>
        <a:defRPr sz="2300">
          <a:solidFill>
            <a:schemeClr val="tx1"/>
          </a:solidFill>
          <a:latin typeface="+mn-lt"/>
        </a:defRPr>
      </a:lvl3pPr>
      <a:lvl4pPr marL="1281113" indent="-2921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4pPr>
      <a:lvl5pPr marL="1598613" indent="-315913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5pPr>
      <a:lvl6pPr marL="20558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5130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29702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4274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04829" y="1563216"/>
            <a:ext cx="7235825" cy="1152525"/>
          </a:xfrm>
        </p:spPr>
        <p:txBody>
          <a:bodyPr/>
          <a:lstStyle/>
          <a:p>
            <a:pPr algn="ctr" eaLnBrk="1" hangingPunct="1"/>
            <a:br>
              <a:rPr lang="en-US" altLang="it-IT" sz="4000">
                <a:latin typeface="Times New Roman" pitchFamily="18" charset="0"/>
              </a:rPr>
            </a:br>
            <a:r>
              <a:rPr lang="en-US" altLang="it-IT" sz="4000">
                <a:latin typeface="Times New Roman" pitchFamily="18" charset="0"/>
              </a:rPr>
              <a:t> Corso di </a:t>
            </a:r>
            <a:r>
              <a:rPr lang="en-US" altLang="it-IT" sz="4000" err="1">
                <a:latin typeface="Times New Roman" pitchFamily="18" charset="0"/>
              </a:rPr>
              <a:t>Programmazione</a:t>
            </a:r>
            <a:endParaRPr lang="en-US" altLang="it-IT" sz="4000" b="0" i="1">
              <a:latin typeface="Times New Roman" pitchFamily="18" charset="0"/>
            </a:endParaRPr>
          </a:p>
        </p:txBody>
      </p:sp>
      <p:sp>
        <p:nvSpPr>
          <p:cNvPr id="3075" name="Rectangle 5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en-US" altLang="it-IT" sz="3600" b="1" i="1" dirty="0">
                <a:latin typeface="Times New Roman" pitchFamily="18" charset="0"/>
              </a:rPr>
              <a:t>Tipi in Java</a:t>
            </a:r>
          </a:p>
          <a:p>
            <a:pPr eaLnBrk="1" hangingPunct="1"/>
            <a:r>
              <a:rPr lang="en-US" altLang="it-IT" sz="3600" b="1" i="1" dirty="0" err="1">
                <a:latin typeface="Times New Roman" pitchFamily="18" charset="0"/>
              </a:rPr>
              <a:t>Nozioni</a:t>
            </a:r>
            <a:r>
              <a:rPr lang="en-US" altLang="it-IT" sz="3600" b="1" i="1" dirty="0">
                <a:latin typeface="Times New Roman" pitchFamily="18" charset="0"/>
              </a:rPr>
              <a:t> base</a:t>
            </a:r>
          </a:p>
          <a:p>
            <a:pPr eaLnBrk="1" hangingPunct="1"/>
            <a:endParaRPr lang="en-US" altLang="it-IT" sz="4100" b="1" i="1" dirty="0">
              <a:latin typeface="Times New Roman" pitchFamily="18" charset="0"/>
            </a:endParaRPr>
          </a:p>
          <a:p>
            <a:pPr eaLnBrk="1" hangingPunct="1"/>
            <a:endParaRPr lang="en-US" altLang="it-IT" sz="4100" b="1" i="1" dirty="0">
              <a:latin typeface="Times New Roman" pitchFamily="18" charset="0"/>
            </a:endParaRPr>
          </a:p>
        </p:txBody>
      </p:sp>
      <p:sp>
        <p:nvSpPr>
          <p:cNvPr id="3077" name="Text Box 6"/>
          <p:cNvSpPr txBox="1">
            <a:spLocks noChangeArrowheads="1"/>
          </p:cNvSpPr>
          <p:nvPr/>
        </p:nvSpPr>
        <p:spPr bwMode="auto">
          <a:xfrm>
            <a:off x="539750" y="260350"/>
            <a:ext cx="671953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it-IT" altLang="it-IT" sz="1200"/>
              <a:t>Università di Napoli Federico II - </a:t>
            </a:r>
            <a:r>
              <a:rPr lang="en-GB" altLang="it-IT" sz="1200"/>
              <a:t>Dip. di </a:t>
            </a:r>
            <a:r>
              <a:rPr lang="en-GB" altLang="it-IT" sz="1200" err="1"/>
              <a:t>Ingegneria</a:t>
            </a:r>
            <a:r>
              <a:rPr lang="en-GB" altLang="it-IT" sz="1200"/>
              <a:t> </a:t>
            </a:r>
            <a:r>
              <a:rPr lang="en-GB" altLang="it-IT" sz="1200" err="1"/>
              <a:t>Elettrica</a:t>
            </a:r>
            <a:r>
              <a:rPr lang="en-GB" altLang="it-IT" sz="1200"/>
              <a:t> e </a:t>
            </a:r>
            <a:r>
              <a:rPr lang="en-GB" altLang="it-IT" sz="1200" err="1"/>
              <a:t>delle</a:t>
            </a:r>
            <a:r>
              <a:rPr lang="en-GB" altLang="it-IT" sz="1200"/>
              <a:t> </a:t>
            </a:r>
            <a:r>
              <a:rPr lang="en-GB" altLang="it-IT" sz="1200" err="1"/>
              <a:t>Tecnologie</a:t>
            </a:r>
            <a:r>
              <a:rPr lang="en-GB" altLang="it-IT" sz="1200"/>
              <a:t> </a:t>
            </a:r>
            <a:r>
              <a:rPr lang="en-GB" altLang="it-IT" sz="1200" err="1"/>
              <a:t>dell’Informazione</a:t>
            </a:r>
            <a:r>
              <a:rPr lang="en-GB" altLang="it-IT" sz="1200"/>
              <a:t> </a:t>
            </a:r>
          </a:p>
          <a:p>
            <a:pPr eaLnBrk="1" hangingPunct="1"/>
            <a:r>
              <a:rPr lang="it-IT" altLang="it-IT" sz="1200"/>
              <a:t>Corso di Laurea in Ingegneria Informatica</a:t>
            </a:r>
            <a:endParaRPr lang="en-US" altLang="it-IT" sz="1200"/>
          </a:p>
        </p:txBody>
      </p:sp>
      <p:pic>
        <p:nvPicPr>
          <p:cNvPr id="2" name="Immagine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32194" y="373448"/>
            <a:ext cx="846916" cy="895311"/>
          </a:xfrm>
          <a:prstGeom prst="rect">
            <a:avLst/>
          </a:prstGeom>
        </p:spPr>
      </p:pic>
      <p:pic>
        <p:nvPicPr>
          <p:cNvPr id="1026" name="Picture 2" descr="Java, logo, logos icon - Free download on Iconfinder">
            <a:extLst>
              <a:ext uri="{FF2B5EF4-FFF2-40B4-BE49-F238E27FC236}">
                <a16:creationId xmlns:a16="http://schemas.microsoft.com/office/drawing/2014/main" id="{8F51CA07-A1A5-AA38-5BB4-4B67B15263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5014466"/>
            <a:ext cx="1600200" cy="160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A522B56-8A32-CD19-4C7F-2448D30478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Tipi di dato in Java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A73C5A2-A8B1-01EC-EBBD-E978C5332E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/>
              <a:t>Java è un linguaggio fortemente tipizzato</a:t>
            </a:r>
          </a:p>
          <a:p>
            <a:r>
              <a:rPr lang="it-IT"/>
              <a:t>I tipi in Java appartengono a due categorie:</a:t>
            </a:r>
          </a:p>
          <a:p>
            <a:pPr lvl="1"/>
            <a:r>
              <a:rPr lang="it-IT"/>
              <a:t>Tipi primitivi</a:t>
            </a:r>
          </a:p>
          <a:p>
            <a:pPr lvl="1"/>
            <a:r>
              <a:rPr lang="it-IT"/>
              <a:t>Riferimenti</a:t>
            </a:r>
          </a:p>
          <a:p>
            <a:pPr marL="344487" lvl="1" indent="0">
              <a:buNone/>
            </a:pP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455034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952C5497-FC28-F9CF-9BB2-6ABA0FCF494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91565" y="-504421"/>
            <a:ext cx="7543800" cy="1295400"/>
          </a:xfrm>
        </p:spPr>
        <p:txBody>
          <a:bodyPr/>
          <a:lstStyle/>
          <a:p>
            <a:pPr eaLnBrk="1" hangingPunct="1"/>
            <a:r>
              <a:rPr lang="en-US" altLang="it-IT" dirty="0"/>
              <a:t>I tipi </a:t>
            </a:r>
            <a:r>
              <a:rPr lang="en-US" altLang="it-IT" dirty="0" err="1"/>
              <a:t>primitivi</a:t>
            </a:r>
            <a:endParaRPr lang="en-US" altLang="it-IT" dirty="0"/>
          </a:p>
        </p:txBody>
      </p:sp>
      <p:sp>
        <p:nvSpPr>
          <p:cNvPr id="31747" name="Text Box 3">
            <a:extLst>
              <a:ext uri="{FF2B5EF4-FFF2-40B4-BE49-F238E27FC236}">
                <a16:creationId xmlns:a16="http://schemas.microsoft.com/office/drawing/2014/main" id="{D4B14E8E-108A-2FF3-3C31-4E8ECD9292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36465" y="1721691"/>
            <a:ext cx="2117725" cy="120332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it-IT">
                <a:latin typeface="Courier" pitchFamily="2" charset="0"/>
              </a:rPr>
              <a:t>int </a:t>
            </a:r>
            <a:r>
              <a:rPr lang="en-US" altLang="it-IT" err="1">
                <a:latin typeface="Courier" pitchFamily="2" charset="0"/>
              </a:rPr>
              <a:t>i</a:t>
            </a:r>
            <a:r>
              <a:rPr lang="en-US" altLang="it-IT">
                <a:latin typeface="Courier" pitchFamily="2" charset="0"/>
              </a:rPr>
              <a:t>;</a:t>
            </a:r>
          </a:p>
          <a:p>
            <a:r>
              <a:rPr lang="en-US" altLang="it-IT">
                <a:latin typeface="Courier" pitchFamily="2" charset="0"/>
              </a:rPr>
              <a:t>int *pi;</a:t>
            </a:r>
          </a:p>
          <a:p>
            <a:r>
              <a:rPr lang="en-US" altLang="it-IT">
                <a:latin typeface="Courier" pitchFamily="2" charset="0"/>
              </a:rPr>
              <a:t>int &amp;</a:t>
            </a:r>
            <a:r>
              <a:rPr lang="en-US" altLang="it-IT" err="1">
                <a:latin typeface="Courier" pitchFamily="2" charset="0"/>
              </a:rPr>
              <a:t>ri</a:t>
            </a:r>
            <a:r>
              <a:rPr lang="en-US" altLang="it-IT">
                <a:latin typeface="Courier" pitchFamily="2" charset="0"/>
              </a:rPr>
              <a:t>=</a:t>
            </a:r>
            <a:r>
              <a:rPr lang="en-US" altLang="it-IT" err="1">
                <a:latin typeface="Courier" pitchFamily="2" charset="0"/>
              </a:rPr>
              <a:t>i</a:t>
            </a:r>
            <a:r>
              <a:rPr lang="en-US" altLang="it-IT">
                <a:latin typeface="Courier" pitchFamily="2" charset="0"/>
              </a:rPr>
              <a:t>;</a:t>
            </a:r>
          </a:p>
          <a:p>
            <a:r>
              <a:rPr lang="en-US" altLang="it-IT">
                <a:latin typeface="Courier" pitchFamily="2" charset="0"/>
              </a:rPr>
              <a:t>pi=new int;</a:t>
            </a:r>
          </a:p>
        </p:txBody>
      </p:sp>
      <p:sp>
        <p:nvSpPr>
          <p:cNvPr id="31748" name="WordArt 4">
            <a:extLst>
              <a:ext uri="{FF2B5EF4-FFF2-40B4-BE49-F238E27FC236}">
                <a16:creationId xmlns:a16="http://schemas.microsoft.com/office/drawing/2014/main" id="{10DB9F6C-EFF3-B7F7-FB97-CF0F3DB54F2A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836465" y="1145428"/>
            <a:ext cx="819150" cy="523875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it-IT" sz="3600" kern="10">
                <a:solidFill>
                  <a:srgbClr val="336699"/>
                </a:solidFill>
                <a:effectLst>
                  <a:outerShdw dist="45791" dir="2021404" algn="ctr" rotWithShape="0">
                    <a:srgbClr val="B2B2B2">
                      <a:alpha val="79999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C++</a:t>
            </a:r>
          </a:p>
        </p:txBody>
      </p:sp>
      <p:grpSp>
        <p:nvGrpSpPr>
          <p:cNvPr id="2" name="Group 5">
            <a:extLst>
              <a:ext uri="{FF2B5EF4-FFF2-40B4-BE49-F238E27FC236}">
                <a16:creationId xmlns:a16="http://schemas.microsoft.com/office/drawing/2014/main" id="{C83588A8-5B6D-C860-3ACB-9CB7E275D06C}"/>
              </a:ext>
            </a:extLst>
          </p:cNvPr>
          <p:cNvGrpSpPr>
            <a:grpSpLocks/>
          </p:cNvGrpSpPr>
          <p:nvPr/>
        </p:nvGrpSpPr>
        <p:grpSpPr bwMode="auto">
          <a:xfrm>
            <a:off x="4163465" y="1898066"/>
            <a:ext cx="2251075" cy="650875"/>
            <a:chOff x="2018" y="1705"/>
            <a:chExt cx="1418" cy="410"/>
          </a:xfrm>
        </p:grpSpPr>
        <p:sp>
          <p:nvSpPr>
            <p:cNvPr id="31753" name="AutoShape 6">
              <a:extLst>
                <a:ext uri="{FF2B5EF4-FFF2-40B4-BE49-F238E27FC236}">
                  <a16:creationId xmlns:a16="http://schemas.microsoft.com/office/drawing/2014/main" id="{DEFD53B8-D80E-B017-05A7-E5BADE47AA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8" y="1797"/>
              <a:ext cx="589" cy="318"/>
            </a:xfrm>
            <a:prstGeom prst="rightArrow">
              <a:avLst>
                <a:gd name="adj1" fmla="val 50000"/>
                <a:gd name="adj2" fmla="val 46305"/>
              </a:avLst>
            </a:prstGeom>
            <a:solidFill>
              <a:schemeClr val="folHlink"/>
            </a:solidFill>
            <a:ln w="12700">
              <a:solidFill>
                <a:srgbClr val="CCFF66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it-IT" altLang="it-IT"/>
            </a:p>
          </p:txBody>
        </p:sp>
        <p:sp>
          <p:nvSpPr>
            <p:cNvPr id="31754" name="Text Box 7">
              <a:extLst>
                <a:ext uri="{FF2B5EF4-FFF2-40B4-BE49-F238E27FC236}">
                  <a16:creationId xmlns:a16="http://schemas.microsoft.com/office/drawing/2014/main" id="{CA6B99FC-84A4-5AD7-8A82-A23BDE076E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12" y="1705"/>
              <a:ext cx="724" cy="407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it-IT">
                  <a:latin typeface="Courier" pitchFamily="2" charset="0"/>
                </a:rPr>
                <a:t>int </a:t>
              </a:r>
              <a:r>
                <a:rPr lang="en-US" altLang="it-IT" err="1">
                  <a:latin typeface="Courier" pitchFamily="2" charset="0"/>
                </a:rPr>
                <a:t>i</a:t>
              </a:r>
              <a:r>
                <a:rPr lang="en-US" altLang="it-IT">
                  <a:latin typeface="Courier" pitchFamily="2" charset="0"/>
                </a:rPr>
                <a:t>; </a:t>
              </a:r>
            </a:p>
            <a:p>
              <a:endParaRPr lang="en-US" altLang="it-IT">
                <a:latin typeface="Comic Sans MS" panose="030F0902030302020204" pitchFamily="66" charset="0"/>
              </a:endParaRPr>
            </a:p>
          </p:txBody>
        </p:sp>
      </p:grpSp>
      <p:sp>
        <p:nvSpPr>
          <p:cNvPr id="31750" name="WordArt 8">
            <a:extLst>
              <a:ext uri="{FF2B5EF4-FFF2-40B4-BE49-F238E27FC236}">
                <a16:creationId xmlns:a16="http://schemas.microsoft.com/office/drawing/2014/main" id="{334F58C7-A0DE-6EB3-33F9-F00746A29EB2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4860652" y="1000966"/>
            <a:ext cx="1079500" cy="596900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it-IT" sz="3600" kern="10">
                <a:solidFill>
                  <a:srgbClr val="336699"/>
                </a:solidFill>
                <a:effectLst>
                  <a:outerShdw dist="45791" dir="2021404" algn="ctr" rotWithShape="0">
                    <a:srgbClr val="B2B2B2">
                      <a:alpha val="79999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Java</a:t>
            </a:r>
          </a:p>
        </p:txBody>
      </p:sp>
      <p:sp>
        <p:nvSpPr>
          <p:cNvPr id="31751" name="Text Box 9">
            <a:extLst>
              <a:ext uri="{FF2B5EF4-FFF2-40B4-BE49-F238E27FC236}">
                <a16:creationId xmlns:a16="http://schemas.microsoft.com/office/drawing/2014/main" id="{0D742733-B233-3423-4297-2F2D718BAB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8496" y="3135004"/>
            <a:ext cx="8784975" cy="25853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it-IT" dirty="0">
                <a:latin typeface="Verdana" panose="020B0604030504040204" pitchFamily="34" charset="0"/>
              </a:rPr>
              <a:t>I tipi </a:t>
            </a:r>
            <a:r>
              <a:rPr lang="en-US" altLang="it-IT" dirty="0" err="1">
                <a:latin typeface="Verdana" panose="020B0604030504040204" pitchFamily="34" charset="0"/>
              </a:rPr>
              <a:t>primitivi</a:t>
            </a:r>
            <a:r>
              <a:rPr lang="en-US" altLang="it-IT" dirty="0">
                <a:latin typeface="Verdana" panose="020B0604030504040204" pitchFamily="34" charset="0"/>
              </a:rPr>
              <a:t> </a:t>
            </a:r>
            <a:r>
              <a:rPr lang="en-US" altLang="it-IT" dirty="0" err="1">
                <a:latin typeface="Verdana" panose="020B0604030504040204" pitchFamily="34" charset="0"/>
              </a:rPr>
              <a:t>sono</a:t>
            </a:r>
            <a:r>
              <a:rPr lang="en-US" altLang="it-IT" dirty="0">
                <a:latin typeface="Verdana" panose="020B0604030504040204" pitchFamily="34" charset="0"/>
              </a:rPr>
              <a:t> 8 (</a:t>
            </a:r>
            <a:r>
              <a:rPr lang="en-US" altLang="it-IT" dirty="0" err="1">
                <a:latin typeface="Verdana" panose="020B0604030504040204" pitchFamily="34" charset="0"/>
              </a:rPr>
              <a:t>boolean</a:t>
            </a:r>
            <a:r>
              <a:rPr lang="en-US" altLang="it-IT" dirty="0">
                <a:latin typeface="Verdana" panose="020B0604030504040204" pitchFamily="34" charset="0"/>
              </a:rPr>
              <a:t>, char, byte, short, int, long, float, double) sui </a:t>
            </a:r>
            <a:r>
              <a:rPr lang="en-US" altLang="it-IT" dirty="0" err="1">
                <a:latin typeface="Verdana" panose="020B0604030504040204" pitchFamily="34" charset="0"/>
              </a:rPr>
              <a:t>quali</a:t>
            </a:r>
            <a:r>
              <a:rPr lang="en-US" altLang="it-IT" dirty="0">
                <a:latin typeface="Verdana" panose="020B0604030504040204" pitchFamily="34" charset="0"/>
              </a:rPr>
              <a:t> </a:t>
            </a:r>
            <a:r>
              <a:rPr lang="en-US" altLang="it-IT" dirty="0" err="1">
                <a:latin typeface="Verdana" panose="020B0604030504040204" pitchFamily="34" charset="0"/>
              </a:rPr>
              <a:t>sono</a:t>
            </a:r>
            <a:r>
              <a:rPr lang="en-US" altLang="it-IT" dirty="0">
                <a:latin typeface="Verdana" panose="020B0604030504040204" pitchFamily="34" charset="0"/>
              </a:rPr>
              <a:t> </a:t>
            </a:r>
            <a:r>
              <a:rPr lang="en-US" altLang="it-IT" dirty="0" err="1">
                <a:latin typeface="Verdana" panose="020B0604030504040204" pitchFamily="34" charset="0"/>
              </a:rPr>
              <a:t>disponibili</a:t>
            </a:r>
            <a:r>
              <a:rPr lang="en-US" altLang="it-IT" dirty="0">
                <a:latin typeface="Verdana" panose="020B0604030504040204" pitchFamily="34" charset="0"/>
              </a:rPr>
              <a:t> le </a:t>
            </a:r>
            <a:r>
              <a:rPr lang="en-US" altLang="it-IT" dirty="0" err="1">
                <a:latin typeface="Verdana" panose="020B0604030504040204" pitchFamily="34" charset="0"/>
              </a:rPr>
              <a:t>consuete</a:t>
            </a:r>
            <a:r>
              <a:rPr lang="en-US" altLang="it-IT" dirty="0">
                <a:latin typeface="Verdana" panose="020B0604030504040204" pitchFamily="34" charset="0"/>
              </a:rPr>
              <a:t> </a:t>
            </a:r>
            <a:r>
              <a:rPr lang="en-US" altLang="it-IT" dirty="0" err="1">
                <a:latin typeface="Verdana" panose="020B0604030504040204" pitchFamily="34" charset="0"/>
              </a:rPr>
              <a:t>operazioni</a:t>
            </a:r>
            <a:endParaRPr lang="en-US" altLang="it-IT" dirty="0">
              <a:latin typeface="Verdana" panose="020B0604030504040204" pitchFamily="34" charset="0"/>
            </a:endParaRPr>
          </a:p>
          <a:p>
            <a:pPr>
              <a:buFontTx/>
              <a:buChar char="•"/>
            </a:pPr>
            <a:r>
              <a:rPr lang="en-US" altLang="it-IT" b="1" dirty="0">
                <a:latin typeface="Verdana" panose="020B0604030504040204" pitchFamily="34" charset="0"/>
              </a:rPr>
              <a:t> </a:t>
            </a:r>
            <a:r>
              <a:rPr lang="en-US" altLang="it-IT" b="1" dirty="0" err="1">
                <a:latin typeface="Verdana" panose="020B0604030504040204" pitchFamily="34" charset="0"/>
              </a:rPr>
              <a:t>sono</a:t>
            </a:r>
            <a:r>
              <a:rPr lang="en-US" altLang="it-IT" b="1" dirty="0">
                <a:latin typeface="Verdana" panose="020B0604030504040204" pitchFamily="34" charset="0"/>
              </a:rPr>
              <a:t> sempre </a:t>
            </a:r>
            <a:r>
              <a:rPr lang="en-US" altLang="it-IT" b="1" dirty="0" err="1">
                <a:latin typeface="Verdana" panose="020B0604030504040204" pitchFamily="34" charset="0"/>
              </a:rPr>
              <a:t>allocati</a:t>
            </a:r>
            <a:r>
              <a:rPr lang="en-US" altLang="it-IT" b="1" dirty="0">
                <a:latin typeface="Verdana" panose="020B0604030504040204" pitchFamily="34" charset="0"/>
              </a:rPr>
              <a:t> </a:t>
            </a:r>
            <a:r>
              <a:rPr lang="en-US" altLang="it-IT" b="1" dirty="0" err="1">
                <a:latin typeface="Verdana" panose="020B0604030504040204" pitchFamily="34" charset="0"/>
              </a:rPr>
              <a:t>nell’area</a:t>
            </a:r>
            <a:r>
              <a:rPr lang="en-US" altLang="it-IT" b="1" dirty="0">
                <a:latin typeface="Verdana" panose="020B0604030504040204" pitchFamily="34" charset="0"/>
              </a:rPr>
              <a:t> stack (non </a:t>
            </a:r>
            <a:r>
              <a:rPr lang="en-US" altLang="it-IT" b="1" dirty="0" err="1">
                <a:latin typeface="Verdana" panose="020B0604030504040204" pitchFamily="34" charset="0"/>
              </a:rPr>
              <a:t>è</a:t>
            </a:r>
            <a:r>
              <a:rPr lang="en-US" altLang="it-IT" b="1" dirty="0">
                <a:latin typeface="Verdana" panose="020B0604030504040204" pitchFamily="34" charset="0"/>
              </a:rPr>
              <a:t> </a:t>
            </a:r>
            <a:r>
              <a:rPr lang="en-US" altLang="it-IT" b="1" dirty="0" err="1">
                <a:latin typeface="Verdana" panose="020B0604030504040204" pitchFamily="34" charset="0"/>
              </a:rPr>
              <a:t>possibile</a:t>
            </a:r>
            <a:r>
              <a:rPr lang="en-US" altLang="it-IT" b="1" dirty="0">
                <a:latin typeface="Verdana" panose="020B0604030504040204" pitchFamily="34" charset="0"/>
              </a:rPr>
              <a:t> </a:t>
            </a:r>
            <a:r>
              <a:rPr lang="en-US" altLang="it-IT" b="1" dirty="0" err="1">
                <a:latin typeface="Verdana" panose="020B0604030504040204" pitchFamily="34" charset="0"/>
              </a:rPr>
              <a:t>allocarli</a:t>
            </a:r>
            <a:r>
              <a:rPr lang="en-US" altLang="it-IT" b="1" dirty="0">
                <a:latin typeface="Verdana" panose="020B0604030504040204" pitchFamily="34" charset="0"/>
              </a:rPr>
              <a:t> </a:t>
            </a:r>
            <a:r>
              <a:rPr lang="en-US" altLang="it-IT" b="1" dirty="0" err="1">
                <a:latin typeface="Verdana" panose="020B0604030504040204" pitchFamily="34" charset="0"/>
              </a:rPr>
              <a:t>dinamicamente</a:t>
            </a:r>
            <a:r>
              <a:rPr lang="en-US" altLang="it-IT" b="1" dirty="0">
                <a:latin typeface="Verdana" panose="020B0604030504040204" pitchFamily="34" charset="0"/>
              </a:rPr>
              <a:t>)</a:t>
            </a:r>
          </a:p>
          <a:p>
            <a:pPr>
              <a:buFontTx/>
              <a:buChar char="•"/>
            </a:pPr>
            <a:r>
              <a:rPr lang="en-US" altLang="it-IT" dirty="0">
                <a:latin typeface="Verdana" panose="020B0604030504040204" pitchFamily="34" charset="0"/>
              </a:rPr>
              <a:t> </a:t>
            </a:r>
            <a:r>
              <a:rPr lang="en-US" altLang="it-IT" dirty="0" err="1">
                <a:latin typeface="Verdana" panose="020B0604030504040204" pitchFamily="34" charset="0"/>
              </a:rPr>
              <a:t>hanno</a:t>
            </a:r>
            <a:r>
              <a:rPr lang="en-US" altLang="it-IT" dirty="0">
                <a:latin typeface="Verdana" panose="020B0604030504040204" pitchFamily="34" charset="0"/>
              </a:rPr>
              <a:t> </a:t>
            </a:r>
            <a:r>
              <a:rPr lang="en-US" altLang="it-IT" dirty="0" err="1">
                <a:latin typeface="Verdana" panose="020B0604030504040204" pitchFamily="34" charset="0"/>
              </a:rPr>
              <a:t>una</a:t>
            </a:r>
            <a:r>
              <a:rPr lang="en-US" altLang="it-IT" dirty="0">
                <a:latin typeface="Verdana" panose="020B0604030504040204" pitchFamily="34" charset="0"/>
              </a:rPr>
              <a:t> </a:t>
            </a:r>
            <a:r>
              <a:rPr lang="en-US" altLang="it-IT" dirty="0" err="1">
                <a:latin typeface="Verdana" panose="020B0604030504040204" pitchFamily="34" charset="0"/>
              </a:rPr>
              <a:t>dimensione</a:t>
            </a:r>
            <a:r>
              <a:rPr lang="en-US" altLang="it-IT" dirty="0">
                <a:latin typeface="Verdana" panose="020B0604030504040204" pitchFamily="34" charset="0"/>
              </a:rPr>
              <a:t> </a:t>
            </a:r>
            <a:r>
              <a:rPr lang="en-US" altLang="it-IT" dirty="0" err="1">
                <a:latin typeface="Verdana" panose="020B0604030504040204" pitchFamily="34" charset="0"/>
              </a:rPr>
              <a:t>costante</a:t>
            </a:r>
            <a:r>
              <a:rPr lang="en-US" altLang="it-IT" dirty="0">
                <a:latin typeface="Verdana" panose="020B0604030504040204" pitchFamily="34" charset="0"/>
              </a:rPr>
              <a:t> al </a:t>
            </a:r>
            <a:r>
              <a:rPr lang="en-US" altLang="it-IT" dirty="0" err="1">
                <a:latin typeface="Verdana" panose="020B0604030504040204" pitchFamily="34" charset="0"/>
              </a:rPr>
              <a:t>variare</a:t>
            </a:r>
            <a:r>
              <a:rPr lang="en-US" altLang="it-IT" dirty="0">
                <a:latin typeface="Verdana" panose="020B0604030504040204" pitchFamily="34" charset="0"/>
              </a:rPr>
              <a:t> </a:t>
            </a:r>
            <a:r>
              <a:rPr lang="en-US" altLang="it-IT" dirty="0" err="1">
                <a:latin typeface="Verdana" panose="020B0604030504040204" pitchFamily="34" charset="0"/>
              </a:rPr>
              <a:t>dell’architettura</a:t>
            </a:r>
            <a:r>
              <a:rPr lang="en-US" altLang="it-IT" dirty="0">
                <a:latin typeface="Verdana" panose="020B0604030504040204" pitchFamily="34" charset="0"/>
              </a:rPr>
              <a:t> </a:t>
            </a:r>
            <a:r>
              <a:rPr lang="en-US" altLang="it-IT" dirty="0" err="1">
                <a:latin typeface="Verdana" panose="020B0604030504040204" pitchFamily="34" charset="0"/>
              </a:rPr>
              <a:t>sottostante</a:t>
            </a:r>
            <a:endParaRPr lang="en-US" altLang="it-IT" dirty="0">
              <a:latin typeface="Verdana" panose="020B0604030504040204" pitchFamily="34" charset="0"/>
            </a:endParaRPr>
          </a:p>
          <a:p>
            <a:pPr>
              <a:buFontTx/>
              <a:buChar char="•"/>
            </a:pPr>
            <a:r>
              <a:rPr lang="en-US" altLang="it-IT" dirty="0">
                <a:latin typeface="Verdana" panose="020B0604030504040204" pitchFamily="34" charset="0"/>
              </a:rPr>
              <a:t> Le </a:t>
            </a:r>
            <a:r>
              <a:rPr lang="en-US" altLang="it-IT" dirty="0" err="1">
                <a:solidFill>
                  <a:srgbClr val="FF0000"/>
                </a:solidFill>
                <a:latin typeface="Verdana" panose="020B0604030504040204" pitchFamily="34" charset="0"/>
              </a:rPr>
              <a:t>variabili</a:t>
            </a:r>
            <a:r>
              <a:rPr lang="en-US" altLang="it-IT" dirty="0">
                <a:solidFill>
                  <a:srgbClr val="FF0000"/>
                </a:solidFill>
                <a:latin typeface="Verdana" panose="020B0604030504040204" pitchFamily="34" charset="0"/>
              </a:rPr>
              <a:t> di </a:t>
            </a:r>
            <a:r>
              <a:rPr lang="en-US" altLang="it-IT" dirty="0" err="1">
                <a:solidFill>
                  <a:srgbClr val="FF0000"/>
                </a:solidFill>
                <a:latin typeface="Verdana" panose="020B0604030504040204" pitchFamily="34" charset="0"/>
              </a:rPr>
              <a:t>istanza</a:t>
            </a:r>
            <a:r>
              <a:rPr lang="en-US" altLang="it-IT" dirty="0">
                <a:solidFill>
                  <a:srgbClr val="FF0000"/>
                </a:solidFill>
                <a:latin typeface="Verdana" panose="020B0604030504040204" pitchFamily="34" charset="0"/>
              </a:rPr>
              <a:t> </a:t>
            </a:r>
            <a:r>
              <a:rPr lang="en-US" altLang="it-IT" dirty="0" err="1">
                <a:latin typeface="Verdana" panose="020B0604030504040204" pitchFamily="34" charset="0"/>
              </a:rPr>
              <a:t>vengono</a:t>
            </a:r>
            <a:r>
              <a:rPr lang="en-US" altLang="it-IT" dirty="0">
                <a:latin typeface="Verdana" panose="020B0604030504040204" pitchFamily="34" charset="0"/>
              </a:rPr>
              <a:t> </a:t>
            </a:r>
            <a:r>
              <a:rPr lang="en-US" altLang="it-IT" dirty="0" err="1">
                <a:latin typeface="Verdana" panose="020B0604030504040204" pitchFamily="34" charset="0"/>
              </a:rPr>
              <a:t>tutte</a:t>
            </a:r>
            <a:r>
              <a:rPr lang="en-US" altLang="it-IT" dirty="0">
                <a:latin typeface="Verdana" panose="020B0604030504040204" pitchFamily="34" charset="0"/>
              </a:rPr>
              <a:t> </a:t>
            </a:r>
            <a:r>
              <a:rPr lang="en-US" altLang="it-IT" dirty="0" err="1">
                <a:latin typeface="Verdana" panose="020B0604030504040204" pitchFamily="34" charset="0"/>
              </a:rPr>
              <a:t>inizializzate</a:t>
            </a:r>
            <a:r>
              <a:rPr lang="en-US" altLang="it-IT" dirty="0">
                <a:latin typeface="Verdana" panose="020B0604030504040204" pitchFamily="34" charset="0"/>
              </a:rPr>
              <a:t> di default (0 per </a:t>
            </a:r>
            <a:r>
              <a:rPr lang="en-US" altLang="it-IT" dirty="0" err="1">
                <a:latin typeface="Verdana" panose="020B0604030504040204" pitchFamily="34" charset="0"/>
              </a:rPr>
              <a:t>i</a:t>
            </a:r>
            <a:r>
              <a:rPr lang="en-US" altLang="it-IT" dirty="0">
                <a:latin typeface="Verdana" panose="020B0604030504040204" pitchFamily="34" charset="0"/>
              </a:rPr>
              <a:t> </a:t>
            </a:r>
            <a:r>
              <a:rPr lang="en-US" altLang="it-IT" dirty="0" err="1">
                <a:latin typeface="Verdana" panose="020B0604030504040204" pitchFamily="34" charset="0"/>
              </a:rPr>
              <a:t>numerici</a:t>
            </a:r>
            <a:r>
              <a:rPr lang="en-US" altLang="it-IT" dirty="0">
                <a:latin typeface="Verdana" panose="020B0604030504040204" pitchFamily="34" charset="0"/>
              </a:rPr>
              <a:t>/char, false per </a:t>
            </a:r>
            <a:r>
              <a:rPr lang="en-US" altLang="it-IT" dirty="0" err="1">
                <a:latin typeface="Verdana" panose="020B0604030504040204" pitchFamily="34" charset="0"/>
              </a:rPr>
              <a:t>i</a:t>
            </a:r>
            <a:r>
              <a:rPr lang="en-US" altLang="it-IT" dirty="0">
                <a:latin typeface="Verdana" panose="020B0604030504040204" pitchFamily="34" charset="0"/>
              </a:rPr>
              <a:t> </a:t>
            </a:r>
            <a:r>
              <a:rPr lang="en-US" altLang="it-IT" dirty="0" err="1">
                <a:latin typeface="Verdana" panose="020B0604030504040204" pitchFamily="34" charset="0"/>
              </a:rPr>
              <a:t>boolean</a:t>
            </a:r>
            <a:r>
              <a:rPr lang="en-US" altLang="it-IT" dirty="0">
                <a:latin typeface="Verdana" panose="020B0604030504040204" pitchFamily="34" charset="0"/>
              </a:rPr>
              <a:t>, null per le reference), le </a:t>
            </a:r>
            <a:r>
              <a:rPr lang="en-US" altLang="it-IT" dirty="0" err="1">
                <a:solidFill>
                  <a:srgbClr val="FF0000"/>
                </a:solidFill>
                <a:latin typeface="Verdana" panose="020B0604030504040204" pitchFamily="34" charset="0"/>
              </a:rPr>
              <a:t>variabili</a:t>
            </a:r>
            <a:r>
              <a:rPr lang="en-US" altLang="it-IT" dirty="0">
                <a:solidFill>
                  <a:srgbClr val="FF0000"/>
                </a:solidFill>
                <a:latin typeface="Verdana" panose="020B0604030504040204" pitchFamily="34" charset="0"/>
              </a:rPr>
              <a:t> </a:t>
            </a:r>
            <a:r>
              <a:rPr lang="en-US" altLang="it-IT" dirty="0" err="1">
                <a:solidFill>
                  <a:srgbClr val="FF0000"/>
                </a:solidFill>
                <a:latin typeface="Verdana" panose="020B0604030504040204" pitchFamily="34" charset="0"/>
              </a:rPr>
              <a:t>locali</a:t>
            </a:r>
            <a:r>
              <a:rPr lang="en-US" altLang="it-IT" dirty="0">
                <a:solidFill>
                  <a:srgbClr val="FF0000"/>
                </a:solidFill>
                <a:latin typeface="Verdana" panose="020B0604030504040204" pitchFamily="34" charset="0"/>
              </a:rPr>
              <a:t> </a:t>
            </a:r>
            <a:r>
              <a:rPr lang="en-US" altLang="it-IT" b="1" u="sng" dirty="0" err="1">
                <a:solidFill>
                  <a:srgbClr val="FF0000"/>
                </a:solidFill>
                <a:latin typeface="Verdana" panose="020B0604030504040204" pitchFamily="34" charset="0"/>
              </a:rPr>
              <a:t>devono</a:t>
            </a:r>
            <a:r>
              <a:rPr lang="en-US" altLang="it-IT" b="1" u="sng" dirty="0">
                <a:solidFill>
                  <a:srgbClr val="FF0000"/>
                </a:solidFill>
                <a:latin typeface="Verdana" panose="020B0604030504040204" pitchFamily="34" charset="0"/>
              </a:rPr>
              <a:t> </a:t>
            </a:r>
            <a:r>
              <a:rPr lang="en-US" altLang="it-IT" b="1" u="sng" dirty="0" err="1">
                <a:solidFill>
                  <a:srgbClr val="FF0000"/>
                </a:solidFill>
                <a:latin typeface="Verdana" panose="020B0604030504040204" pitchFamily="34" charset="0"/>
              </a:rPr>
              <a:t>essere</a:t>
            </a:r>
            <a:r>
              <a:rPr lang="en-US" altLang="it-IT" b="1" u="sng" dirty="0">
                <a:solidFill>
                  <a:srgbClr val="FF0000"/>
                </a:solidFill>
                <a:latin typeface="Verdana" panose="020B0604030504040204" pitchFamily="34" charset="0"/>
              </a:rPr>
              <a:t> </a:t>
            </a:r>
            <a:r>
              <a:rPr lang="en-US" altLang="it-IT" b="1" u="sng" dirty="0" err="1">
                <a:solidFill>
                  <a:srgbClr val="FF0000"/>
                </a:solidFill>
                <a:latin typeface="Verdana" panose="020B0604030504040204" pitchFamily="34" charset="0"/>
              </a:rPr>
              <a:t>inizializzate</a:t>
            </a:r>
            <a:r>
              <a:rPr lang="en-US" altLang="it-IT" b="1" u="sng" dirty="0">
                <a:solidFill>
                  <a:srgbClr val="FF0000"/>
                </a:solidFill>
                <a:latin typeface="Verdana" panose="020B0604030504040204" pitchFamily="34" charset="0"/>
              </a:rPr>
              <a:t> o definite prima di </a:t>
            </a:r>
            <a:r>
              <a:rPr lang="en-US" altLang="it-IT" b="1" u="sng" dirty="0" err="1">
                <a:solidFill>
                  <a:srgbClr val="FF0000"/>
                </a:solidFill>
                <a:latin typeface="Verdana" panose="020B0604030504040204" pitchFamily="34" charset="0"/>
              </a:rPr>
              <a:t>essere</a:t>
            </a:r>
            <a:r>
              <a:rPr lang="en-US" altLang="it-IT" b="1" u="sng" dirty="0">
                <a:solidFill>
                  <a:srgbClr val="FF0000"/>
                </a:solidFill>
                <a:latin typeface="Verdana" panose="020B0604030504040204" pitchFamily="34" charset="0"/>
              </a:rPr>
              <a:t> </a:t>
            </a:r>
            <a:r>
              <a:rPr lang="en-US" altLang="it-IT" b="1" u="sng" dirty="0" err="1">
                <a:solidFill>
                  <a:srgbClr val="FF0000"/>
                </a:solidFill>
                <a:latin typeface="Verdana" panose="020B0604030504040204" pitchFamily="34" charset="0"/>
              </a:rPr>
              <a:t>utilizzata</a:t>
            </a:r>
            <a:r>
              <a:rPr lang="en-US" altLang="it-IT" b="1" u="sng" dirty="0">
                <a:solidFill>
                  <a:srgbClr val="FF0000"/>
                </a:solidFill>
                <a:latin typeface="Verdana" panose="020B0604030504040204" pitchFamily="34" charset="0"/>
              </a:rPr>
              <a:t> per </a:t>
            </a:r>
            <a:r>
              <a:rPr lang="en-US" altLang="it-IT" b="1" u="sng" dirty="0" err="1">
                <a:solidFill>
                  <a:srgbClr val="FF0000"/>
                </a:solidFill>
                <a:latin typeface="Verdana" panose="020B0604030504040204" pitchFamily="34" charset="0"/>
              </a:rPr>
              <a:t>evitare</a:t>
            </a:r>
            <a:r>
              <a:rPr lang="en-US" altLang="it-IT" b="1" u="sng" dirty="0">
                <a:solidFill>
                  <a:srgbClr val="FF0000"/>
                </a:solidFill>
                <a:latin typeface="Verdana" panose="020B0604030504040204" pitchFamily="34" charset="0"/>
              </a:rPr>
              <a:t> </a:t>
            </a:r>
            <a:r>
              <a:rPr lang="en-US" altLang="it-IT" b="1" u="sng" dirty="0" err="1">
                <a:solidFill>
                  <a:srgbClr val="FF0000"/>
                </a:solidFill>
                <a:latin typeface="Verdana" panose="020B0604030504040204" pitchFamily="34" charset="0"/>
              </a:rPr>
              <a:t>possibili</a:t>
            </a:r>
            <a:r>
              <a:rPr lang="en-US" altLang="it-IT" b="1" u="sng" dirty="0">
                <a:solidFill>
                  <a:srgbClr val="FF0000"/>
                </a:solidFill>
                <a:latin typeface="Verdana" panose="020B0604030504040204" pitchFamily="34" charset="0"/>
              </a:rPr>
              <a:t> </a:t>
            </a:r>
            <a:r>
              <a:rPr lang="en-US" altLang="it-IT" b="1" u="sng" dirty="0" err="1">
                <a:solidFill>
                  <a:srgbClr val="FF0000"/>
                </a:solidFill>
                <a:latin typeface="Verdana" panose="020B0604030504040204" pitchFamily="34" charset="0"/>
              </a:rPr>
              <a:t>errori</a:t>
            </a:r>
            <a:r>
              <a:rPr lang="en-US" altLang="it-IT" b="1" u="sng" dirty="0">
                <a:solidFill>
                  <a:srgbClr val="FF0000"/>
                </a:solidFill>
                <a:latin typeface="Verdana" panose="020B0604030504040204" pitchFamily="34" charset="0"/>
              </a:rPr>
              <a:t> di </a:t>
            </a:r>
            <a:r>
              <a:rPr lang="en-US" altLang="it-IT" b="1" u="sng" dirty="0" err="1">
                <a:solidFill>
                  <a:srgbClr val="FF0000"/>
                </a:solidFill>
                <a:latin typeface="Verdana" panose="020B0604030504040204" pitchFamily="34" charset="0"/>
              </a:rPr>
              <a:t>compilazione</a:t>
            </a:r>
            <a:r>
              <a:rPr lang="en-US" altLang="it-IT" dirty="0">
                <a:latin typeface="Verdana" panose="020B0604030504040204" pitchFamily="34" charset="0"/>
              </a:rPr>
              <a:t>.</a:t>
            </a:r>
          </a:p>
        </p:txBody>
      </p:sp>
      <p:sp>
        <p:nvSpPr>
          <p:cNvPr id="31752" name="Text Box 10">
            <a:extLst>
              <a:ext uri="{FF2B5EF4-FFF2-40B4-BE49-F238E27FC236}">
                <a16:creationId xmlns:a16="http://schemas.microsoft.com/office/drawing/2014/main" id="{FA71A22C-C959-B720-DE70-2B5258C636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6722" y="6093296"/>
            <a:ext cx="7993063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it-IT">
                <a:latin typeface="Verdana" panose="020B0604030504040204" pitchFamily="34" charset="0"/>
              </a:rPr>
              <a:t>…</a:t>
            </a:r>
            <a:r>
              <a:rPr lang="en-US" altLang="it-IT" b="1">
                <a:latin typeface="Verdana" panose="020B0604030504040204" pitchFamily="34" charset="0"/>
              </a:rPr>
              <a:t>per </a:t>
            </a:r>
            <a:r>
              <a:rPr lang="en-US" altLang="it-IT" b="1" err="1">
                <a:latin typeface="Verdana" panose="020B0604030504040204" pitchFamily="34" charset="0"/>
              </a:rPr>
              <a:t>l’allocazione</a:t>
            </a:r>
            <a:r>
              <a:rPr lang="en-US" altLang="it-IT" b="1">
                <a:latin typeface="Verdana" panose="020B0604030504040204" pitchFamily="34" charset="0"/>
              </a:rPr>
              <a:t> </a:t>
            </a:r>
            <a:r>
              <a:rPr lang="en-US" altLang="it-IT" b="1" err="1">
                <a:latin typeface="Verdana" panose="020B0604030504040204" pitchFamily="34" charset="0"/>
              </a:rPr>
              <a:t>dinamica</a:t>
            </a:r>
            <a:r>
              <a:rPr lang="en-US" altLang="it-IT" b="1">
                <a:latin typeface="Verdana" panose="020B0604030504040204" pitchFamily="34" charset="0"/>
              </a:rPr>
              <a:t> </a:t>
            </a:r>
            <a:r>
              <a:rPr lang="en-US" altLang="it-IT" b="1" err="1">
                <a:latin typeface="Verdana" panose="020B0604030504040204" pitchFamily="34" charset="0"/>
              </a:rPr>
              <a:t>si</a:t>
            </a:r>
            <a:r>
              <a:rPr lang="en-US" altLang="it-IT" b="1">
                <a:latin typeface="Verdana" panose="020B0604030504040204" pitchFamily="34" charset="0"/>
              </a:rPr>
              <a:t> </a:t>
            </a:r>
            <a:r>
              <a:rPr lang="en-US" altLang="it-IT" b="1" err="1">
                <a:latin typeface="Verdana" panose="020B0604030504040204" pitchFamily="34" charset="0"/>
              </a:rPr>
              <a:t>ricorre</a:t>
            </a:r>
            <a:r>
              <a:rPr lang="en-US" altLang="it-IT" b="1">
                <a:latin typeface="Verdana" panose="020B0604030504040204" pitchFamily="34" charset="0"/>
              </a:rPr>
              <a:t> a </a:t>
            </a:r>
            <a:r>
              <a:rPr lang="en-US" altLang="it-IT" b="1" err="1">
                <a:latin typeface="Verdana" panose="020B0604030504040204" pitchFamily="34" charset="0"/>
              </a:rPr>
              <a:t>delle</a:t>
            </a:r>
            <a:r>
              <a:rPr lang="en-US" altLang="it-IT" b="1">
                <a:latin typeface="Verdana" panose="020B0604030504040204" pitchFamily="34" charset="0"/>
              </a:rPr>
              <a:t> </a:t>
            </a:r>
            <a:r>
              <a:rPr lang="en-US" altLang="it-IT" b="1" err="1">
                <a:latin typeface="Verdana" panose="020B0604030504040204" pitchFamily="34" charset="0"/>
              </a:rPr>
              <a:t>classi</a:t>
            </a:r>
            <a:r>
              <a:rPr lang="en-US" altLang="it-IT" b="1">
                <a:latin typeface="Verdana" panose="020B0604030504040204" pitchFamily="34" charset="0"/>
              </a:rPr>
              <a:t> Wrapper </a:t>
            </a:r>
            <a:r>
              <a:rPr lang="en-US" altLang="it-IT">
                <a:latin typeface="Verdana" panose="020B0604030504040204" pitchFamily="34" charset="0"/>
              </a:rPr>
              <a:t>(Boolean, Character, Byte, Short, Integer, Long, Float, Double)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A5C96DB-A8F7-EA66-CE04-CA66A66129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Tipi primitivi in Java</a:t>
            </a:r>
          </a:p>
        </p:txBody>
      </p:sp>
      <p:graphicFrame>
        <p:nvGraphicFramePr>
          <p:cNvPr id="4" name="Tabella 3">
            <a:extLst>
              <a:ext uri="{FF2B5EF4-FFF2-40B4-BE49-F238E27FC236}">
                <a16:creationId xmlns:a16="http://schemas.microsoft.com/office/drawing/2014/main" id="{ED1E29A2-D19A-E62F-0308-FAD3ADC65C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5657508"/>
              </p:ext>
            </p:extLst>
          </p:nvPr>
        </p:nvGraphicFramePr>
        <p:xfrm>
          <a:off x="0" y="1760220"/>
          <a:ext cx="9144001" cy="432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3298">
                  <a:extLst>
                    <a:ext uri="{9D8B030D-6E8A-4147-A177-3AD203B41FA5}">
                      <a16:colId xmlns:a16="http://schemas.microsoft.com/office/drawing/2014/main" val="2877135526"/>
                    </a:ext>
                  </a:extLst>
                </a:gridCol>
                <a:gridCol w="1729946">
                  <a:extLst>
                    <a:ext uri="{9D8B030D-6E8A-4147-A177-3AD203B41FA5}">
                      <a16:colId xmlns:a16="http://schemas.microsoft.com/office/drawing/2014/main" val="828456496"/>
                    </a:ext>
                  </a:extLst>
                </a:gridCol>
                <a:gridCol w="2800865">
                  <a:extLst>
                    <a:ext uri="{9D8B030D-6E8A-4147-A177-3AD203B41FA5}">
                      <a16:colId xmlns:a16="http://schemas.microsoft.com/office/drawing/2014/main" val="1623554461"/>
                    </a:ext>
                  </a:extLst>
                </a:gridCol>
                <a:gridCol w="3459892">
                  <a:extLst>
                    <a:ext uri="{9D8B030D-6E8A-4147-A177-3AD203B41FA5}">
                      <a16:colId xmlns:a16="http://schemas.microsoft.com/office/drawing/2014/main" val="5577006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it-IT" sz="1200"/>
                        <a:t>Tipo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200"/>
                        <a:t>Dimensione in bit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200"/>
                        <a:t>Valori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200"/>
                        <a:t>Standard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62003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sz="1200" err="1"/>
                        <a:t>boolean</a:t>
                      </a:r>
                      <a:endParaRPr lang="it-IT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it-IT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200" kern="1200" err="1">
                          <a:solidFill>
                            <a:schemeClr val="dk1"/>
                          </a:solidFill>
                          <a:latin typeface="Courier" pitchFamily="2" charset="0"/>
                          <a:ea typeface="+mn-ea"/>
                          <a:cs typeface="+mn-cs"/>
                        </a:rPr>
                        <a:t>true</a:t>
                      </a:r>
                      <a:r>
                        <a:rPr lang="it-IT" sz="1200"/>
                        <a:t> o </a:t>
                      </a:r>
                      <a:r>
                        <a:rPr lang="it-IT" sz="1200">
                          <a:latin typeface="Courier" pitchFamily="2" charset="0"/>
                        </a:rPr>
                        <a:t>false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it-IT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26921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sz="1200" err="1"/>
                        <a:t>char</a:t>
                      </a:r>
                      <a:endParaRPr lang="it-IT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200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200"/>
                        <a:t>da </a:t>
                      </a:r>
                      <a:r>
                        <a:rPr lang="it-IT" sz="1200" b="0" i="0">
                          <a:latin typeface="Courier" pitchFamily="2" charset="0"/>
                        </a:rPr>
                        <a:t>'\u0000'</a:t>
                      </a:r>
                      <a:r>
                        <a:rPr lang="it-IT" sz="1200"/>
                        <a:t> a </a:t>
                      </a:r>
                      <a:r>
                        <a:rPr lang="it-IT" sz="1200" b="0" i="0">
                          <a:latin typeface="Courier" pitchFamily="2" charset="0"/>
                        </a:rPr>
                        <a:t>'</a:t>
                      </a:r>
                      <a:r>
                        <a:rPr lang="it-IT" sz="1200">
                          <a:latin typeface="Courier" pitchFamily="2" charset="0"/>
                        </a:rPr>
                        <a:t>\</a:t>
                      </a:r>
                      <a:r>
                        <a:rPr lang="it-IT" sz="1200" err="1">
                          <a:latin typeface="Courier" pitchFamily="2" charset="0"/>
                        </a:rPr>
                        <a:t>uFFFF</a:t>
                      </a:r>
                      <a:r>
                        <a:rPr lang="it-IT" sz="1200" b="0" i="0">
                          <a:latin typeface="Courier" pitchFamily="2" charset="0"/>
                        </a:rPr>
                        <a:t>'</a:t>
                      </a:r>
                      <a:r>
                        <a:rPr lang="it-IT" sz="1200"/>
                        <a:t> (da 0 a 65535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200"/>
                        <a:t>Insieme dei caratteri ISO Unicode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04141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sz="1200"/>
                        <a:t>byte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20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200"/>
                        <a:t>da -128 a +127  [da –(2</a:t>
                      </a:r>
                      <a:r>
                        <a:rPr lang="it-IT" sz="1200" baseline="30000"/>
                        <a:t>7</a:t>
                      </a:r>
                      <a:r>
                        <a:rPr lang="it-IT" sz="1200" baseline="0"/>
                        <a:t>) a 2</a:t>
                      </a:r>
                      <a:r>
                        <a:rPr lang="it-IT" sz="1200" baseline="30000"/>
                        <a:t>7</a:t>
                      </a:r>
                      <a:r>
                        <a:rPr lang="it-IT" sz="1200" baseline="0"/>
                        <a:t>-1]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it-IT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2510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sz="1200"/>
                        <a:t>short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200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200"/>
                        <a:t>da –(2</a:t>
                      </a:r>
                      <a:r>
                        <a:rPr lang="it-IT" sz="1200" baseline="30000"/>
                        <a:t>15</a:t>
                      </a:r>
                      <a:r>
                        <a:rPr lang="it-IT" sz="1200" baseline="0"/>
                        <a:t>) a 2</a:t>
                      </a:r>
                      <a:r>
                        <a:rPr lang="it-IT" sz="1200" baseline="30000"/>
                        <a:t>15</a:t>
                      </a:r>
                      <a:r>
                        <a:rPr lang="it-IT" sz="1200" baseline="0"/>
                        <a:t>-1</a:t>
                      </a:r>
                      <a:endParaRPr lang="it-IT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it-IT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69157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sz="1200" err="1"/>
                        <a:t>int</a:t>
                      </a:r>
                      <a:endParaRPr lang="it-IT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200"/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200"/>
                        <a:t>da –(2</a:t>
                      </a:r>
                      <a:r>
                        <a:rPr lang="it-IT" sz="1200" baseline="30000"/>
                        <a:t>31</a:t>
                      </a:r>
                      <a:r>
                        <a:rPr lang="it-IT" sz="1200" baseline="0"/>
                        <a:t>) a 2</a:t>
                      </a:r>
                      <a:r>
                        <a:rPr lang="it-IT" sz="1200" baseline="30000"/>
                        <a:t>31</a:t>
                      </a:r>
                      <a:r>
                        <a:rPr lang="it-IT" sz="1200" baseline="0"/>
                        <a:t>-1</a:t>
                      </a:r>
                      <a:endParaRPr lang="it-IT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it-IT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68898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sz="1200"/>
                        <a:t>long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200"/>
                        <a:t>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200"/>
                        <a:t>da –(2</a:t>
                      </a:r>
                      <a:r>
                        <a:rPr lang="it-IT" sz="1200" baseline="30000"/>
                        <a:t>63</a:t>
                      </a:r>
                      <a:r>
                        <a:rPr lang="it-IT" sz="1200" baseline="0"/>
                        <a:t>) a 2</a:t>
                      </a:r>
                      <a:r>
                        <a:rPr lang="it-IT" sz="1200" baseline="30000"/>
                        <a:t>63</a:t>
                      </a:r>
                      <a:r>
                        <a:rPr lang="it-IT" sz="1200" baseline="0"/>
                        <a:t>-1</a:t>
                      </a:r>
                      <a:endParaRPr lang="it-IT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it-IT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75603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sz="1200"/>
                        <a:t>float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200"/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200"/>
                        <a:t>Numeri negativi:</a:t>
                      </a:r>
                    </a:p>
                    <a:p>
                      <a:r>
                        <a:rPr lang="it-IT" sz="1200"/>
                        <a:t>da -3.40…E+38 a -1.40…E-45</a:t>
                      </a:r>
                    </a:p>
                    <a:p>
                      <a:r>
                        <a:rPr lang="it-IT" sz="1200"/>
                        <a:t>Numeri Positivi:</a:t>
                      </a:r>
                    </a:p>
                    <a:p>
                      <a:r>
                        <a:rPr lang="it-IT" sz="1200"/>
                        <a:t>da 1.40…E-45 a 3.40…E+38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200"/>
                        <a:t>IEEE 754 (numeri in virgola mobile)</a:t>
                      </a:r>
                    </a:p>
                    <a:p>
                      <a:endParaRPr lang="it-IT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23869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sz="1200"/>
                        <a:t>double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200"/>
                        <a:t>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200"/>
                        <a:t>Numeri negativi:</a:t>
                      </a:r>
                    </a:p>
                    <a:p>
                      <a:r>
                        <a:rPr lang="it-IT" sz="1200"/>
                        <a:t>da -1.79…E+308 a -4.94…E-324</a:t>
                      </a:r>
                    </a:p>
                    <a:p>
                      <a:r>
                        <a:rPr lang="it-IT" sz="1200"/>
                        <a:t>Numeri Positivi:</a:t>
                      </a:r>
                    </a:p>
                    <a:p>
                      <a:r>
                        <a:rPr lang="it-IT" sz="1200"/>
                        <a:t>da 4.94…E-324 a 1.79…E+308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it-IT" sz="1200" b="0" i="0" u="none" strike="noStrike" noProof="0">
                          <a:solidFill>
                            <a:srgbClr val="000000"/>
                          </a:solidFill>
                          <a:latin typeface="Arial"/>
                        </a:rPr>
                        <a:t>IEEE 754 (numeri in virgola mobile)</a:t>
                      </a:r>
                      <a:endParaRPr lang="it-IT" sz="1200" b="0" i="0" u="none" strike="noStrike" noProof="0">
                        <a:latin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80450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952120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13A088F-4F6F-BF88-0C96-92921B7103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Tipi primitivi in Java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7241471-F3A5-0009-3116-0F3BB07EA6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719263"/>
            <a:ext cx="8229600" cy="3941985"/>
          </a:xfrm>
        </p:spPr>
        <p:txBody>
          <a:bodyPr/>
          <a:lstStyle/>
          <a:p>
            <a:r>
              <a:rPr lang="it-IT"/>
              <a:t>La rappresentazione di un </a:t>
            </a:r>
            <a:r>
              <a:rPr lang="it-IT" err="1"/>
              <a:t>boolean</a:t>
            </a:r>
            <a:r>
              <a:rPr lang="it-IT"/>
              <a:t> è specifica per la JVM di ogni piattaforma.</a:t>
            </a:r>
          </a:p>
          <a:p>
            <a:r>
              <a:rPr lang="it-IT"/>
              <a:t>È possibile utilizzare i trattini bassi per rendere più leggibili i valori letterali numerici.</a:t>
            </a:r>
          </a:p>
          <a:p>
            <a:pPr lvl="1"/>
            <a:r>
              <a:rPr lang="it-IT"/>
              <a:t>Per esempio 1_000_000 è equivalente a 1000000</a:t>
            </a:r>
          </a:p>
          <a:p>
            <a:r>
              <a:rPr lang="it-IT"/>
              <a:t>Una variabile </a:t>
            </a:r>
            <a:r>
              <a:rPr lang="it-IT" err="1"/>
              <a:t>boolean</a:t>
            </a:r>
            <a:r>
              <a:rPr lang="it-IT"/>
              <a:t> può assumere solo il valore </a:t>
            </a:r>
            <a:r>
              <a:rPr lang="it-IT" err="1">
                <a:latin typeface="Courier" pitchFamily="2" charset="0"/>
              </a:rPr>
              <a:t>true</a:t>
            </a:r>
            <a:r>
              <a:rPr lang="it-IT"/>
              <a:t> o </a:t>
            </a:r>
            <a:r>
              <a:rPr lang="it-IT">
                <a:latin typeface="Courier" pitchFamily="2" charset="0"/>
              </a:rPr>
              <a:t>false</a:t>
            </a:r>
            <a:r>
              <a:rPr lang="it-IT"/>
              <a:t>. Il seguente codice genera errore: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19FFA277-40F1-B154-6600-B0BE8F36BF07}"/>
              </a:ext>
            </a:extLst>
          </p:cNvPr>
          <p:cNvSpPr txBox="1"/>
          <p:nvPr/>
        </p:nvSpPr>
        <p:spPr>
          <a:xfrm>
            <a:off x="4471792" y="622543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it-IT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CA659854-D464-0C2C-6B07-E64D1F729C81}"/>
              </a:ext>
            </a:extLst>
          </p:cNvPr>
          <p:cNvSpPr txBox="1"/>
          <p:nvPr/>
        </p:nvSpPr>
        <p:spPr>
          <a:xfrm>
            <a:off x="1519547" y="5671438"/>
            <a:ext cx="651621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err="1">
                <a:latin typeface="Courier" pitchFamily="2" charset="0"/>
              </a:rPr>
              <a:t>if</a:t>
            </a:r>
            <a:r>
              <a:rPr lang="it-IT">
                <a:latin typeface="Courier" pitchFamily="2" charset="0"/>
              </a:rPr>
              <a:t> (12) {</a:t>
            </a:r>
          </a:p>
          <a:p>
            <a:r>
              <a:rPr lang="it-IT">
                <a:latin typeface="Courier" pitchFamily="2" charset="0"/>
              </a:rPr>
              <a:t>      System</a:t>
            </a:r>
            <a:r>
              <a:rPr lang="it-IT" err="1">
                <a:latin typeface="Courier" pitchFamily="2" charset="0"/>
              </a:rPr>
              <a:t>.out.println</a:t>
            </a:r>
            <a:r>
              <a:rPr lang="it-IT">
                <a:latin typeface="Courier" pitchFamily="2" charset="0"/>
              </a:rPr>
              <a:t>("ramo True");</a:t>
            </a:r>
          </a:p>
          <a:p>
            <a:r>
              <a:rPr lang="it-IT">
                <a:latin typeface="Courier" pitchFamily="2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0208688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964FBF5-59B3-5BEB-FE34-52190E697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528" y="-315416"/>
            <a:ext cx="7543800" cy="1295400"/>
          </a:xfrm>
        </p:spPr>
        <p:txBody>
          <a:bodyPr/>
          <a:lstStyle/>
          <a:p>
            <a:r>
              <a:rPr lang="it-IT"/>
              <a:t>Tipi primitivi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441B82E-37B5-0C67-333F-2BBBC9B380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8" y="1013710"/>
            <a:ext cx="8229600" cy="5655650"/>
          </a:xfrm>
        </p:spPr>
        <p:txBody>
          <a:bodyPr>
            <a:normAutofit/>
          </a:bodyPr>
          <a:lstStyle/>
          <a:p>
            <a:r>
              <a:rPr lang="it-IT"/>
              <a:t>Si "comportano" come i tipi primitivi del C/C++:</a:t>
            </a:r>
          </a:p>
          <a:p>
            <a:pPr lvl="1"/>
            <a:r>
              <a:rPr lang="it-IT" i="1">
                <a:effectLst/>
                <a:latin typeface="Helvetica" pitchFamily="2" charset="0"/>
              </a:rPr>
              <a:t>una variabile di un </a:t>
            </a:r>
            <a:r>
              <a:rPr lang="it-IT" i="1">
                <a:solidFill>
                  <a:srgbClr val="FF0000"/>
                </a:solidFill>
                <a:effectLst/>
                <a:latin typeface="Helvetica" pitchFamily="2" charset="0"/>
              </a:rPr>
              <a:t>tipo primitivo </a:t>
            </a:r>
            <a:r>
              <a:rPr lang="it-IT" i="1">
                <a:effectLst/>
                <a:latin typeface="Helvetica" pitchFamily="2" charset="0"/>
              </a:rPr>
              <a:t>contiene direttamente</a:t>
            </a:r>
            <a:r>
              <a:rPr lang="it-IT">
                <a:latin typeface="Helvetica" pitchFamily="2" charset="0"/>
              </a:rPr>
              <a:t> </a:t>
            </a:r>
            <a:r>
              <a:rPr lang="it-IT" i="1">
                <a:effectLst/>
                <a:latin typeface="Helvetica" pitchFamily="2" charset="0"/>
              </a:rPr>
              <a:t>il valore del dato</a:t>
            </a:r>
          </a:p>
          <a:p>
            <a:pPr lvl="1"/>
            <a:r>
              <a:rPr lang="it-IT" i="1">
                <a:effectLst/>
                <a:latin typeface="Helvetica" pitchFamily="2" charset="0"/>
              </a:rPr>
              <a:t>La dichiarazione della variabile x di tipo </a:t>
            </a:r>
            <a:r>
              <a:rPr lang="it-IT" i="1" err="1">
                <a:effectLst/>
                <a:latin typeface="Helvetica" pitchFamily="2" charset="0"/>
              </a:rPr>
              <a:t>int</a:t>
            </a:r>
            <a:r>
              <a:rPr lang="it-IT" i="1">
                <a:effectLst/>
                <a:latin typeface="Helvetica" pitchFamily="2" charset="0"/>
              </a:rPr>
              <a:t> alloca la memoria necessaria </a:t>
            </a:r>
            <a:r>
              <a:rPr lang="it-IT" i="1">
                <a:solidFill>
                  <a:srgbClr val="FF0000"/>
                </a:solidFill>
                <a:effectLst/>
                <a:latin typeface="Helvetica" pitchFamily="2" charset="0"/>
              </a:rPr>
              <a:t>per</a:t>
            </a:r>
            <a:r>
              <a:rPr lang="it-IT">
                <a:latin typeface="Helvetica" pitchFamily="2" charset="0"/>
              </a:rPr>
              <a:t> </a:t>
            </a:r>
            <a:r>
              <a:rPr lang="it-IT" i="1">
                <a:solidFill>
                  <a:srgbClr val="FF0000"/>
                </a:solidFill>
                <a:effectLst/>
                <a:latin typeface="Helvetica" pitchFamily="2" charset="0"/>
              </a:rPr>
              <a:t>contenere </a:t>
            </a:r>
            <a:r>
              <a:rPr lang="it-IT" i="1">
                <a:solidFill>
                  <a:srgbClr val="000000"/>
                </a:solidFill>
                <a:effectLst/>
                <a:latin typeface="Helvetica" pitchFamily="2" charset="0"/>
              </a:rPr>
              <a:t>un </a:t>
            </a:r>
            <a:r>
              <a:rPr lang="it-IT" i="1" err="1">
                <a:solidFill>
                  <a:srgbClr val="000000"/>
                </a:solidFill>
                <a:effectLst/>
                <a:latin typeface="Helvetica" pitchFamily="2" charset="0"/>
              </a:rPr>
              <a:t>int</a:t>
            </a:r>
            <a:endParaRPr lang="it-IT" i="1">
              <a:solidFill>
                <a:srgbClr val="000000"/>
              </a:solidFill>
              <a:effectLst/>
              <a:latin typeface="Helvetica" pitchFamily="2" charset="0"/>
            </a:endParaRPr>
          </a:p>
          <a:p>
            <a:pPr lvl="1"/>
            <a:r>
              <a:rPr lang="it-IT" i="1">
                <a:effectLst/>
                <a:latin typeface="Helvetica" pitchFamily="2" charset="0"/>
              </a:rPr>
              <a:t>Un assegnamento alla variabile x scrive un valore nella memoria</a:t>
            </a:r>
            <a:r>
              <a:rPr lang="it-IT">
                <a:latin typeface="Helvetica" pitchFamily="2" charset="0"/>
              </a:rPr>
              <a:t> </a:t>
            </a:r>
            <a:r>
              <a:rPr lang="it-IT" i="1">
                <a:effectLst/>
                <a:latin typeface="Helvetica" pitchFamily="2" charset="0"/>
              </a:rPr>
              <a:t>precedentemente allocata cancellando il valore precedente</a:t>
            </a:r>
          </a:p>
          <a:p>
            <a:pPr lvl="1"/>
            <a:r>
              <a:rPr lang="it-IT" i="1">
                <a:effectLst/>
                <a:latin typeface="Helvetica" pitchFamily="2" charset="0"/>
              </a:rPr>
              <a:t>L'assegnamento di x a y copia il contenuto della variabile (il </a:t>
            </a:r>
            <a:r>
              <a:rPr lang="it-IT" i="1">
                <a:solidFill>
                  <a:srgbClr val="FF0000"/>
                </a:solidFill>
                <a:effectLst/>
                <a:latin typeface="Helvetica" pitchFamily="2" charset="0"/>
              </a:rPr>
              <a:t>valore</a:t>
            </a:r>
            <a:r>
              <a:rPr lang="it-IT" i="1">
                <a:effectLst/>
                <a:latin typeface="Helvetica" pitchFamily="2" charset="0"/>
              </a:rPr>
              <a:t>)</a:t>
            </a:r>
          </a:p>
          <a:p>
            <a:pPr lvl="1"/>
            <a:r>
              <a:rPr lang="it-IT" i="1">
                <a:effectLst/>
                <a:latin typeface="Helvetica" pitchFamily="2" charset="0"/>
              </a:rPr>
              <a:t>La modifica di y non modifica x</a:t>
            </a:r>
            <a:endParaRPr lang="it-IT">
              <a:effectLst/>
              <a:latin typeface="Helvetica" pitchFamily="2" charset="0"/>
            </a:endParaRPr>
          </a:p>
          <a:p>
            <a:pPr lvl="1"/>
            <a:endParaRPr lang="it-IT">
              <a:effectLst/>
              <a:latin typeface="Helvetica" pitchFamily="2" charset="0"/>
            </a:endParaRPr>
          </a:p>
          <a:p>
            <a:pPr marL="344487" lvl="1" indent="0">
              <a:buNone/>
            </a:pPr>
            <a:endParaRPr lang="it-IT">
              <a:effectLst/>
              <a:latin typeface="Helvetica" pitchFamily="2" charset="0"/>
            </a:endParaRPr>
          </a:p>
          <a:p>
            <a:pPr lvl="1"/>
            <a:endParaRPr lang="it-IT">
              <a:solidFill>
                <a:srgbClr val="FF0000"/>
              </a:solidFill>
              <a:effectLst/>
              <a:latin typeface="Helvetica" pitchFamily="2" charset="0"/>
            </a:endParaRPr>
          </a:p>
          <a:p>
            <a:pPr lvl="1"/>
            <a:endParaRPr lang="it-IT">
              <a:effectLst/>
              <a:latin typeface="Helvetica" pitchFamily="2" charset="0"/>
            </a:endParaRPr>
          </a:p>
          <a:p>
            <a:endParaRPr lang="it-IT"/>
          </a:p>
          <a:p>
            <a:pPr marL="0" indent="0">
              <a:buNone/>
            </a:pP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621662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317845E-A2D0-C279-64A8-B12269EC9E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459432"/>
            <a:ext cx="7543800" cy="1295400"/>
          </a:xfrm>
        </p:spPr>
        <p:txBody>
          <a:bodyPr/>
          <a:lstStyle/>
          <a:p>
            <a:r>
              <a:rPr lang="it-IT"/>
              <a:t>Costanti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2E289E9-E9EE-DB44-335A-1A5E52BF74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1464" y="1124744"/>
            <a:ext cx="8296999" cy="5112568"/>
          </a:xfrm>
        </p:spPr>
        <p:txBody>
          <a:bodyPr>
            <a:normAutofit lnSpcReduction="10000"/>
          </a:bodyPr>
          <a:lstStyle/>
          <a:p>
            <a:r>
              <a:rPr lang="it-IT" sz="2800"/>
              <a:t>Le costanti vengono dichiarate utilizzando la parola chiave </a:t>
            </a:r>
            <a:r>
              <a:rPr lang="it-IT" sz="2800" i="1" err="1">
                <a:solidFill>
                  <a:srgbClr val="FF0000"/>
                </a:solidFill>
              </a:rPr>
              <a:t>final</a:t>
            </a:r>
            <a:endParaRPr lang="it-IT" sz="2800" i="1">
              <a:solidFill>
                <a:srgbClr val="FF0000"/>
              </a:solidFill>
            </a:endParaRPr>
          </a:p>
          <a:p>
            <a:pPr marL="0" indent="0" algn="ctr">
              <a:buNone/>
            </a:pPr>
            <a:r>
              <a:rPr lang="it-IT" sz="2800" err="1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final</a:t>
            </a:r>
            <a:r>
              <a:rPr lang="it-IT" sz="2800">
                <a:effectLst/>
                <a:latin typeface="Courier New" panose="02070309020205020404" pitchFamily="49" charset="0"/>
              </a:rPr>
              <a:t> double VAL = 0.43;</a:t>
            </a:r>
          </a:p>
          <a:p>
            <a:r>
              <a:rPr lang="it-IT" sz="2800"/>
              <a:t>I nomi delle costanti sono tipicamente in maiuscolo</a:t>
            </a:r>
          </a:p>
          <a:p>
            <a:r>
              <a:rPr lang="it-IT" sz="2800"/>
              <a:t>E’ lecito non inizializzare una costante all’atto della sua dichiarazione, ma in questo caso è possibile fare una sola assegnazione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it-IT" sz="2800" err="1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final</a:t>
            </a:r>
            <a:r>
              <a:rPr lang="it-IT" sz="2800">
                <a:effectLst/>
                <a:latin typeface="Courier New" panose="02070309020205020404" pitchFamily="49" charset="0"/>
              </a:rPr>
              <a:t> double VAL;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it-IT" sz="2800">
                <a:latin typeface="Courier New" panose="02070309020205020404" pitchFamily="49" charset="0"/>
              </a:rPr>
              <a:t>VAL = 0.43 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it-IT" sz="2000">
                <a:latin typeface="Courier New" panose="02070309020205020404" pitchFamily="49" charset="0"/>
              </a:rPr>
              <a:t>//da questo momento VAL non può più essere modificata --&gt; </a:t>
            </a:r>
            <a:r>
              <a:rPr lang="it-IT" sz="2000">
                <a:solidFill>
                  <a:srgbClr val="FF0000"/>
                </a:solidFill>
                <a:latin typeface="Courier New" panose="02070309020205020404" pitchFamily="49" charset="0"/>
              </a:rPr>
              <a:t>errore di compilazione</a:t>
            </a:r>
            <a:endParaRPr lang="it-IT" sz="200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it-IT" sz="2800"/>
          </a:p>
        </p:txBody>
      </p:sp>
    </p:spTree>
    <p:extLst>
      <p:ext uri="{BB962C8B-B14F-4D97-AF65-F5344CB8AC3E}">
        <p14:creationId xmlns:p14="http://schemas.microsoft.com/office/powerpoint/2010/main" val="30847674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C26DD57-D297-927E-8BD0-45E21EEB62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171400"/>
            <a:ext cx="7543800" cy="1295400"/>
          </a:xfrm>
        </p:spPr>
        <p:txBody>
          <a:bodyPr/>
          <a:lstStyle/>
          <a:p>
            <a:r>
              <a:rPr lang="it-IT"/>
              <a:t>Costanti in libreria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CAAF16A-5D6C-3711-6430-71E6DD55DB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8904" y="1412776"/>
            <a:ext cx="8413576" cy="4411662"/>
          </a:xfrm>
        </p:spPr>
        <p:txBody>
          <a:bodyPr/>
          <a:lstStyle/>
          <a:p>
            <a:r>
              <a:rPr lang="it-IT" sz="2400"/>
              <a:t>Esistono molte costanti già definite nelle librerie Java</a:t>
            </a:r>
          </a:p>
          <a:p>
            <a:r>
              <a:rPr lang="it-IT" sz="2400"/>
              <a:t>Ad esempio: </a:t>
            </a:r>
            <a:r>
              <a:rPr lang="it-IT" sz="2400" err="1">
                <a:effectLst/>
                <a:latin typeface="Courier New" panose="02070309020205020404" pitchFamily="49" charset="0"/>
              </a:rPr>
              <a:t>Math.</a:t>
            </a:r>
            <a:r>
              <a:rPr lang="it-IT" sz="2400" err="1">
                <a:latin typeface="Courier New" panose="02070309020205020404" pitchFamily="49" charset="0"/>
              </a:rPr>
              <a:t>PI</a:t>
            </a:r>
            <a:r>
              <a:rPr lang="it-IT" sz="2400"/>
              <a:t> in</a:t>
            </a:r>
            <a:r>
              <a:rPr lang="it-IT" sz="2400">
                <a:effectLst/>
                <a:latin typeface="Arial" panose="020B0604020202020204" pitchFamily="34" charset="0"/>
              </a:rPr>
              <a:t> </a:t>
            </a:r>
            <a:r>
              <a:rPr lang="it-IT" sz="2400" err="1">
                <a:effectLst/>
                <a:latin typeface="Courier New" panose="02070309020205020404" pitchFamily="49" charset="0"/>
              </a:rPr>
              <a:t>java.lang</a:t>
            </a:r>
            <a:endParaRPr lang="it-IT" sz="2400">
              <a:effectLst/>
              <a:latin typeface="Courier New" panose="02070309020205020404" pitchFamily="49" charset="0"/>
            </a:endParaRPr>
          </a:p>
          <a:p>
            <a:r>
              <a:rPr lang="it-IT" sz="2400"/>
              <a:t>Può essere pesante dover specificare il </a:t>
            </a:r>
            <a:r>
              <a:rPr lang="it-IT" sz="2400" b="1" i="1"/>
              <a:t>nome qualificato </a:t>
            </a:r>
            <a:r>
              <a:rPr lang="it-IT" sz="2400"/>
              <a:t>della classe tutte le volte che si utilizza una costante</a:t>
            </a:r>
          </a:p>
          <a:p>
            <a:r>
              <a:rPr lang="it-IT" sz="2400"/>
              <a:t>In Java è possibile utilizzare per le costanti un meccanismo di importazione analogo a quello utilizzato per le classi:</a:t>
            </a:r>
          </a:p>
          <a:p>
            <a:pPr marL="0" indent="0" algn="ctr">
              <a:buNone/>
            </a:pPr>
            <a:r>
              <a:rPr lang="it-IT" sz="2400">
                <a:effectLst/>
                <a:latin typeface="Courier New" panose="02070309020205020404" pitchFamily="49" charset="0"/>
              </a:rPr>
              <a:t>import </a:t>
            </a:r>
            <a:r>
              <a:rPr lang="it-IT" sz="2400" err="1">
                <a:effectLst/>
                <a:latin typeface="Courier New" panose="02070309020205020404" pitchFamily="49" charset="0"/>
              </a:rPr>
              <a:t>static</a:t>
            </a:r>
            <a:r>
              <a:rPr lang="it-IT" sz="2400">
                <a:effectLst/>
                <a:latin typeface="Courier New" panose="02070309020205020404" pitchFamily="49" charset="0"/>
              </a:rPr>
              <a:t> </a:t>
            </a:r>
            <a:r>
              <a:rPr lang="it-IT" sz="2400" err="1">
                <a:effectLst/>
                <a:latin typeface="Courier New" panose="02070309020205020404" pitchFamily="49" charset="0"/>
              </a:rPr>
              <a:t>java.lang.Math.PI</a:t>
            </a:r>
            <a:r>
              <a:rPr lang="it-IT" sz="2400">
                <a:effectLst/>
                <a:latin typeface="Courier New" panose="02070309020205020404" pitchFamily="49" charset="0"/>
              </a:rPr>
              <a:t>;</a:t>
            </a:r>
            <a:endParaRPr lang="it-IT" sz="2400"/>
          </a:p>
          <a:p>
            <a:r>
              <a:rPr lang="it-IT" sz="2400"/>
              <a:t>E’ possibile in questo modo chiamare le costante soltanto </a:t>
            </a:r>
            <a:r>
              <a:rPr lang="it-IT" sz="2400" i="1"/>
              <a:t>PI</a:t>
            </a:r>
          </a:p>
          <a:p>
            <a:endParaRPr lang="it-IT" sz="2400" i="1"/>
          </a:p>
          <a:p>
            <a:pPr marL="0" indent="0">
              <a:buNone/>
            </a:pPr>
            <a:endParaRPr lang="it-IT" sz="2400"/>
          </a:p>
        </p:txBody>
      </p:sp>
    </p:spTree>
    <p:extLst>
      <p:ext uri="{BB962C8B-B14F-4D97-AF65-F5344CB8AC3E}">
        <p14:creationId xmlns:p14="http://schemas.microsoft.com/office/powerpoint/2010/main" val="8882044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7B94377F-DCB1-03FC-39DE-179F668F587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7544" y="-350043"/>
            <a:ext cx="7543800" cy="1295400"/>
          </a:xfrm>
        </p:spPr>
        <p:txBody>
          <a:bodyPr/>
          <a:lstStyle/>
          <a:p>
            <a:pPr eaLnBrk="1" hangingPunct="1"/>
            <a:r>
              <a:rPr lang="en-US" altLang="it-IT"/>
              <a:t>Il mondo </a:t>
            </a:r>
            <a:r>
              <a:rPr lang="en-US" altLang="it-IT" err="1"/>
              <a:t>dei</a:t>
            </a:r>
            <a:r>
              <a:rPr lang="en-US" altLang="it-IT"/>
              <a:t> </a:t>
            </a:r>
            <a:r>
              <a:rPr lang="en-US" altLang="it-IT" err="1"/>
              <a:t>riferimenti</a:t>
            </a:r>
            <a:endParaRPr lang="en-US" altLang="it-IT"/>
          </a:p>
        </p:txBody>
      </p:sp>
      <p:sp>
        <p:nvSpPr>
          <p:cNvPr id="32771" name="Text Box 5">
            <a:extLst>
              <a:ext uri="{FF2B5EF4-FFF2-40B4-BE49-F238E27FC236}">
                <a16:creationId xmlns:a16="http://schemas.microsoft.com/office/drawing/2014/main" id="{B21045E5-DC86-5A56-346F-E34F2299D5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9325" y="2148593"/>
            <a:ext cx="3355406" cy="1200329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it-IT">
                <a:latin typeface="Courier" pitchFamily="2" charset="0"/>
              </a:rPr>
              <a:t>string c;</a:t>
            </a:r>
          </a:p>
          <a:p>
            <a:r>
              <a:rPr lang="en-US" altLang="it-IT">
                <a:latin typeface="Courier" pitchFamily="2" charset="0"/>
              </a:rPr>
              <a:t>string *pc;</a:t>
            </a:r>
          </a:p>
          <a:p>
            <a:r>
              <a:rPr lang="en-US" altLang="it-IT">
                <a:latin typeface="Courier" pitchFamily="2" charset="0"/>
              </a:rPr>
              <a:t>string &amp;</a:t>
            </a:r>
            <a:r>
              <a:rPr lang="en-US" altLang="it-IT" err="1">
                <a:latin typeface="Courier" pitchFamily="2" charset="0"/>
              </a:rPr>
              <a:t>rc</a:t>
            </a:r>
            <a:r>
              <a:rPr lang="en-US" altLang="it-IT">
                <a:latin typeface="Courier" pitchFamily="2" charset="0"/>
              </a:rPr>
              <a:t>=c;</a:t>
            </a:r>
          </a:p>
          <a:p>
            <a:r>
              <a:rPr lang="en-US" altLang="it-IT">
                <a:latin typeface="Courier" pitchFamily="2" charset="0"/>
              </a:rPr>
              <a:t>pc=new string ("Ciao");</a:t>
            </a:r>
          </a:p>
        </p:txBody>
      </p:sp>
      <p:sp>
        <p:nvSpPr>
          <p:cNvPr id="32772" name="WordArt 6">
            <a:extLst>
              <a:ext uri="{FF2B5EF4-FFF2-40B4-BE49-F238E27FC236}">
                <a16:creationId xmlns:a16="http://schemas.microsoft.com/office/drawing/2014/main" id="{ADF44B96-0D5F-049C-5377-36E7D94CE518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756593" y="1196752"/>
            <a:ext cx="819150" cy="523875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it-IT" sz="3600" kern="10">
                <a:solidFill>
                  <a:srgbClr val="336699"/>
                </a:solidFill>
                <a:effectLst>
                  <a:outerShdw dist="45791" dir="2021404" algn="ctr" rotWithShape="0">
                    <a:srgbClr val="B2B2B2">
                      <a:alpha val="79999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C++</a:t>
            </a:r>
          </a:p>
        </p:txBody>
      </p:sp>
      <p:grpSp>
        <p:nvGrpSpPr>
          <p:cNvPr id="2" name="Group 10">
            <a:extLst>
              <a:ext uri="{FF2B5EF4-FFF2-40B4-BE49-F238E27FC236}">
                <a16:creationId xmlns:a16="http://schemas.microsoft.com/office/drawing/2014/main" id="{05D794E2-F085-3640-2C17-B884752B7EC2}"/>
              </a:ext>
            </a:extLst>
          </p:cNvPr>
          <p:cNvGrpSpPr>
            <a:grpSpLocks/>
          </p:cNvGrpSpPr>
          <p:nvPr/>
        </p:nvGrpSpPr>
        <p:grpSpPr bwMode="auto">
          <a:xfrm>
            <a:off x="3779912" y="1988489"/>
            <a:ext cx="4608514" cy="1477963"/>
            <a:chOff x="2018" y="1496"/>
            <a:chExt cx="2903" cy="931"/>
          </a:xfrm>
        </p:grpSpPr>
        <p:sp>
          <p:nvSpPr>
            <p:cNvPr id="32776" name="AutoShape 7">
              <a:extLst>
                <a:ext uri="{FF2B5EF4-FFF2-40B4-BE49-F238E27FC236}">
                  <a16:creationId xmlns:a16="http://schemas.microsoft.com/office/drawing/2014/main" id="{C9B02CAA-6862-6878-5ED0-615CD5B085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8" y="1797"/>
              <a:ext cx="589" cy="318"/>
            </a:xfrm>
            <a:prstGeom prst="rightArrow">
              <a:avLst>
                <a:gd name="adj1" fmla="val 50000"/>
                <a:gd name="adj2" fmla="val 46305"/>
              </a:avLst>
            </a:prstGeom>
            <a:solidFill>
              <a:schemeClr val="folHlink"/>
            </a:solidFill>
            <a:ln w="12700">
              <a:solidFill>
                <a:srgbClr val="CCFF66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it-IT" altLang="it-IT"/>
            </a:p>
          </p:txBody>
        </p:sp>
        <p:sp>
          <p:nvSpPr>
            <p:cNvPr id="32777" name="Text Box 8">
              <a:extLst>
                <a:ext uri="{FF2B5EF4-FFF2-40B4-BE49-F238E27FC236}">
                  <a16:creationId xmlns:a16="http://schemas.microsoft.com/office/drawing/2014/main" id="{B08A3851-E237-341F-5F5F-431786BEA49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21" y="1496"/>
              <a:ext cx="2200" cy="931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it-IT">
                  <a:latin typeface="Courier" pitchFamily="2" charset="0"/>
                </a:rPr>
                <a:t>/*c </a:t>
              </a:r>
              <a:r>
                <a:rPr lang="en-US" altLang="it-IT" err="1">
                  <a:latin typeface="Courier" pitchFamily="2" charset="0"/>
                </a:rPr>
                <a:t>è</a:t>
              </a:r>
              <a:r>
                <a:rPr lang="en-US" altLang="it-IT">
                  <a:latin typeface="Courier" pitchFamily="2" charset="0"/>
                </a:rPr>
                <a:t> un </a:t>
              </a:r>
              <a:r>
                <a:rPr lang="en-US" altLang="it-IT" err="1">
                  <a:latin typeface="Courier" pitchFamily="2" charset="0"/>
                </a:rPr>
                <a:t>riferimento</a:t>
              </a:r>
              <a:r>
                <a:rPr lang="en-US" altLang="it-IT">
                  <a:latin typeface="Courier" pitchFamily="2" charset="0"/>
                </a:rPr>
                <a:t> ad </a:t>
              </a:r>
            </a:p>
            <a:p>
              <a:r>
                <a:rPr lang="en-US" altLang="it-IT">
                  <a:latin typeface="Courier" pitchFamily="2" charset="0"/>
                </a:rPr>
                <a:t>un </a:t>
              </a:r>
              <a:r>
                <a:rPr lang="en-US" altLang="it-IT" err="1">
                  <a:latin typeface="Courier" pitchFamily="2" charset="0"/>
                </a:rPr>
                <a:t>tipo</a:t>
              </a:r>
              <a:r>
                <a:rPr lang="en-US" altLang="it-IT">
                  <a:latin typeface="Courier" pitchFamily="2" charset="0"/>
                </a:rPr>
                <a:t> String*/</a:t>
              </a:r>
            </a:p>
            <a:p>
              <a:r>
                <a:rPr lang="en-US" altLang="it-IT">
                  <a:latin typeface="Courier" pitchFamily="2" charset="0"/>
                </a:rPr>
                <a:t>String c;</a:t>
              </a:r>
            </a:p>
            <a:p>
              <a:endParaRPr lang="en-US" altLang="it-IT">
                <a:latin typeface="Courier" pitchFamily="2" charset="0"/>
              </a:endParaRPr>
            </a:p>
            <a:p>
              <a:r>
                <a:rPr lang="en-US" altLang="it-IT">
                  <a:latin typeface="Courier" pitchFamily="2" charset="0"/>
                </a:rPr>
                <a:t>c=new String ("Ciao");</a:t>
              </a:r>
            </a:p>
          </p:txBody>
        </p:sp>
      </p:grpSp>
      <p:sp>
        <p:nvSpPr>
          <p:cNvPr id="32774" name="WordArt 9">
            <a:extLst>
              <a:ext uri="{FF2B5EF4-FFF2-40B4-BE49-F238E27FC236}">
                <a16:creationId xmlns:a16="http://schemas.microsoft.com/office/drawing/2014/main" id="{8A1D301C-B3FB-9563-8441-7FEB6D7D4E8F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4572943" y="1196752"/>
            <a:ext cx="1079500" cy="596900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it-IT" sz="3600" kern="10">
                <a:solidFill>
                  <a:srgbClr val="336699"/>
                </a:solidFill>
                <a:effectLst>
                  <a:outerShdw dist="45791" dir="2021404" algn="ctr" rotWithShape="0">
                    <a:srgbClr val="B2B2B2">
                      <a:alpha val="79999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Java</a:t>
            </a:r>
          </a:p>
        </p:txBody>
      </p:sp>
      <p:sp>
        <p:nvSpPr>
          <p:cNvPr id="32775" name="Text Box 11">
            <a:extLst>
              <a:ext uri="{FF2B5EF4-FFF2-40B4-BE49-F238E27FC236}">
                <a16:creationId xmlns:a16="http://schemas.microsoft.com/office/drawing/2014/main" id="{7B0E0ADE-FE5D-E6C9-8822-F5F555E4DA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8784" y="3895726"/>
            <a:ext cx="8589963" cy="2031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it-IT">
                <a:latin typeface="Verdana" panose="020B0604030504040204" pitchFamily="34" charset="0"/>
              </a:rPr>
              <a:t>Non </a:t>
            </a:r>
            <a:r>
              <a:rPr lang="en-US" altLang="it-IT" err="1">
                <a:latin typeface="Verdana" panose="020B0604030504040204" pitchFamily="34" charset="0"/>
              </a:rPr>
              <a:t>esistono</a:t>
            </a:r>
            <a:r>
              <a:rPr lang="en-US" altLang="it-IT">
                <a:latin typeface="Verdana" panose="020B0604030504040204" pitchFamily="34" charset="0"/>
              </a:rPr>
              <a:t>, in Java, </a:t>
            </a:r>
            <a:r>
              <a:rPr lang="en-US" altLang="it-IT" err="1">
                <a:latin typeface="Verdana" panose="020B0604030504040204" pitchFamily="34" charset="0"/>
              </a:rPr>
              <a:t>oggetti</a:t>
            </a:r>
            <a:r>
              <a:rPr lang="en-US" altLang="it-IT">
                <a:latin typeface="Verdana" panose="020B0604030504040204" pitchFamily="34" charset="0"/>
              </a:rPr>
              <a:t> di </a:t>
            </a:r>
            <a:r>
              <a:rPr lang="en-US" altLang="it-IT" err="1">
                <a:latin typeface="Verdana" panose="020B0604030504040204" pitchFamily="34" charset="0"/>
              </a:rPr>
              <a:t>tipo</a:t>
            </a:r>
            <a:r>
              <a:rPr lang="en-US" altLang="it-IT">
                <a:latin typeface="Verdana" panose="020B0604030504040204" pitchFamily="34" charset="0"/>
              </a:rPr>
              <a:t> “</a:t>
            </a:r>
            <a:r>
              <a:rPr lang="en-US" altLang="it-IT" err="1">
                <a:latin typeface="Verdana" panose="020B0604030504040204" pitchFamily="34" charset="0"/>
              </a:rPr>
              <a:t>complesso</a:t>
            </a:r>
            <a:r>
              <a:rPr lang="en-US" altLang="it-IT">
                <a:latin typeface="Verdana" panose="020B0604030504040204" pitchFamily="34" charset="0"/>
              </a:rPr>
              <a:t>” ma solo </a:t>
            </a:r>
            <a:r>
              <a:rPr lang="en-US" altLang="it-IT" err="1">
                <a:latin typeface="Verdana" panose="020B0604030504040204" pitchFamily="34" charset="0"/>
              </a:rPr>
              <a:t>riferimenti</a:t>
            </a:r>
            <a:r>
              <a:rPr lang="en-US" altLang="it-IT">
                <a:latin typeface="Verdana" panose="020B0604030504040204" pitchFamily="34" charset="0"/>
              </a:rPr>
              <a:t> a </a:t>
            </a:r>
            <a:r>
              <a:rPr lang="en-US" altLang="it-IT" err="1">
                <a:latin typeface="Verdana" panose="020B0604030504040204" pitchFamily="34" charset="0"/>
              </a:rPr>
              <a:t>tali</a:t>
            </a:r>
            <a:r>
              <a:rPr lang="en-US" altLang="it-IT">
                <a:latin typeface="Verdana" panose="020B0604030504040204" pitchFamily="34" charset="0"/>
              </a:rPr>
              <a:t> </a:t>
            </a:r>
            <a:r>
              <a:rPr lang="en-US" altLang="it-IT" err="1">
                <a:latin typeface="Verdana" panose="020B0604030504040204" pitchFamily="34" charset="0"/>
              </a:rPr>
              <a:t>oggetti</a:t>
            </a:r>
            <a:r>
              <a:rPr lang="en-US" altLang="it-IT">
                <a:latin typeface="Verdana" panose="020B0604030504040204" pitchFamily="34" charset="0"/>
              </a:rPr>
              <a:t>. La </a:t>
            </a:r>
            <a:r>
              <a:rPr lang="en-US" altLang="it-IT" err="1">
                <a:latin typeface="Verdana" panose="020B0604030504040204" pitchFamily="34" charset="0"/>
              </a:rPr>
              <a:t>creazione</a:t>
            </a:r>
            <a:r>
              <a:rPr lang="en-US" altLang="it-IT">
                <a:latin typeface="Verdana" panose="020B0604030504040204" pitchFamily="34" charset="0"/>
              </a:rPr>
              <a:t> di un </a:t>
            </a:r>
            <a:r>
              <a:rPr lang="en-US" altLang="it-IT" err="1">
                <a:latin typeface="Verdana" panose="020B0604030504040204" pitchFamily="34" charset="0"/>
              </a:rPr>
              <a:t>oggetto</a:t>
            </a:r>
            <a:r>
              <a:rPr lang="en-US" altLang="it-IT">
                <a:latin typeface="Verdana" panose="020B0604030504040204" pitchFamily="34" charset="0"/>
              </a:rPr>
              <a:t> </a:t>
            </a:r>
            <a:r>
              <a:rPr lang="en-US" altLang="it-IT" err="1">
                <a:latin typeface="Verdana" panose="020B0604030504040204" pitchFamily="34" charset="0"/>
              </a:rPr>
              <a:t>si</a:t>
            </a:r>
            <a:r>
              <a:rPr lang="en-US" altLang="it-IT">
                <a:latin typeface="Verdana" panose="020B0604030504040204" pitchFamily="34" charset="0"/>
              </a:rPr>
              <a:t> </a:t>
            </a:r>
            <a:r>
              <a:rPr lang="en-US" altLang="it-IT" err="1">
                <a:latin typeface="Verdana" panose="020B0604030504040204" pitchFamily="34" charset="0"/>
              </a:rPr>
              <a:t>articola</a:t>
            </a:r>
            <a:r>
              <a:rPr lang="en-US" altLang="it-IT">
                <a:latin typeface="Verdana" panose="020B0604030504040204" pitchFamily="34" charset="0"/>
              </a:rPr>
              <a:t> in due </a:t>
            </a:r>
            <a:r>
              <a:rPr lang="en-US" altLang="it-IT" err="1">
                <a:latin typeface="Verdana" panose="020B0604030504040204" pitchFamily="34" charset="0"/>
              </a:rPr>
              <a:t>fasi</a:t>
            </a:r>
            <a:r>
              <a:rPr lang="en-US" altLang="it-IT">
                <a:latin typeface="Verdana" panose="020B0604030504040204" pitchFamily="34" charset="0"/>
              </a:rPr>
              <a:t>:</a:t>
            </a:r>
          </a:p>
          <a:p>
            <a:endParaRPr lang="en-US" altLang="it-IT">
              <a:latin typeface="Verdana" panose="020B0604030504040204" pitchFamily="34" charset="0"/>
            </a:endParaRPr>
          </a:p>
          <a:p>
            <a:r>
              <a:rPr lang="en-US" altLang="it-IT">
                <a:latin typeface="Verdana" panose="020B0604030504040204" pitchFamily="34" charset="0"/>
              </a:rPr>
              <a:t>	1) </a:t>
            </a:r>
            <a:r>
              <a:rPr lang="en-US" altLang="it-IT" err="1">
                <a:latin typeface="Verdana" panose="020B0604030504040204" pitchFamily="34" charset="0"/>
              </a:rPr>
              <a:t>definizione</a:t>
            </a:r>
            <a:r>
              <a:rPr lang="en-US" altLang="it-IT">
                <a:latin typeface="Verdana" panose="020B0604030504040204" pitchFamily="34" charset="0"/>
              </a:rPr>
              <a:t> del </a:t>
            </a:r>
            <a:r>
              <a:rPr lang="en-US" altLang="it-IT" err="1">
                <a:latin typeface="Verdana" panose="020B0604030504040204" pitchFamily="34" charset="0"/>
              </a:rPr>
              <a:t>riferimento</a:t>
            </a:r>
            <a:endParaRPr lang="en-US" altLang="it-IT">
              <a:latin typeface="Verdana" panose="020B0604030504040204" pitchFamily="34" charset="0"/>
            </a:endParaRPr>
          </a:p>
          <a:p>
            <a:r>
              <a:rPr lang="en-US" altLang="it-IT">
                <a:latin typeface="Verdana" panose="020B0604030504040204" pitchFamily="34" charset="0"/>
              </a:rPr>
              <a:t>	2) </a:t>
            </a:r>
            <a:r>
              <a:rPr lang="en-US" altLang="it-IT" err="1">
                <a:latin typeface="Verdana" panose="020B0604030504040204" pitchFamily="34" charset="0"/>
              </a:rPr>
              <a:t>inizializzazione</a:t>
            </a:r>
            <a:r>
              <a:rPr lang="en-US" altLang="it-IT">
                <a:latin typeface="Verdana" panose="020B0604030504040204" pitchFamily="34" charset="0"/>
              </a:rPr>
              <a:t> ed </a:t>
            </a:r>
            <a:r>
              <a:rPr lang="en-US" altLang="it-IT" err="1">
                <a:latin typeface="Verdana" panose="020B0604030504040204" pitchFamily="34" charset="0"/>
              </a:rPr>
              <a:t>allocazione</a:t>
            </a:r>
            <a:r>
              <a:rPr lang="en-US" altLang="it-IT">
                <a:latin typeface="Verdana" panose="020B0604030504040204" pitchFamily="34" charset="0"/>
              </a:rPr>
              <a:t> </a:t>
            </a:r>
            <a:r>
              <a:rPr lang="en-US" altLang="it-IT" err="1">
                <a:latin typeface="Verdana" panose="020B0604030504040204" pitchFamily="34" charset="0"/>
              </a:rPr>
              <a:t>dell’oggetto</a:t>
            </a:r>
            <a:r>
              <a:rPr lang="en-US" altLang="it-IT">
                <a:latin typeface="Verdana" panose="020B0604030504040204" pitchFamily="34" charset="0"/>
              </a:rPr>
              <a:t> </a:t>
            </a:r>
            <a:r>
              <a:rPr lang="en-US" altLang="it-IT" err="1">
                <a:latin typeface="Verdana" panose="020B0604030504040204" pitchFamily="34" charset="0"/>
              </a:rPr>
              <a:t>mediante</a:t>
            </a:r>
            <a:r>
              <a:rPr lang="en-US" altLang="it-IT">
                <a:latin typeface="Verdana" panose="020B0604030504040204" pitchFamily="34" charset="0"/>
              </a:rPr>
              <a:t> </a:t>
            </a:r>
            <a:r>
              <a:rPr lang="en-US" altLang="it-IT" b="1">
                <a:latin typeface="Verdana" panose="020B0604030504040204" pitchFamily="34" charset="0"/>
              </a:rPr>
              <a:t>new</a:t>
            </a:r>
          </a:p>
          <a:p>
            <a:endParaRPr lang="en-US" altLang="it-IT" b="1">
              <a:latin typeface="Verdana" panose="020B0604030504040204" pitchFamily="34" charset="0"/>
            </a:endParaRPr>
          </a:p>
          <a:p>
            <a:r>
              <a:rPr lang="en-US" altLang="it-IT" b="1">
                <a:latin typeface="Verdana" panose="020B0604030504040204" pitchFamily="34" charset="0"/>
              </a:rPr>
              <a:t>…</a:t>
            </a:r>
            <a:r>
              <a:rPr lang="en-US" altLang="it-IT" b="1" err="1">
                <a:latin typeface="Verdana" panose="020B0604030504040204" pitchFamily="34" charset="0"/>
              </a:rPr>
              <a:t>Ogni</a:t>
            </a:r>
            <a:r>
              <a:rPr lang="en-US" altLang="it-IT" b="1">
                <a:latin typeface="Verdana" panose="020B0604030504040204" pitchFamily="34" charset="0"/>
              </a:rPr>
              <a:t> </a:t>
            </a:r>
            <a:r>
              <a:rPr lang="en-US" altLang="it-IT" b="1" err="1">
                <a:latin typeface="Verdana" panose="020B0604030504040204" pitchFamily="34" charset="0"/>
              </a:rPr>
              <a:t>oggetto</a:t>
            </a:r>
            <a:r>
              <a:rPr lang="en-US" altLang="it-IT" b="1">
                <a:latin typeface="Verdana" panose="020B0604030504040204" pitchFamily="34" charset="0"/>
              </a:rPr>
              <a:t> java </a:t>
            </a:r>
            <a:r>
              <a:rPr lang="en-US" altLang="it-IT" b="1" err="1">
                <a:latin typeface="Verdana" panose="020B0604030504040204" pitchFamily="34" charset="0"/>
              </a:rPr>
              <a:t>deriva</a:t>
            </a:r>
            <a:r>
              <a:rPr lang="en-US" altLang="it-IT" b="1">
                <a:latin typeface="Verdana" panose="020B0604030504040204" pitchFamily="34" charset="0"/>
              </a:rPr>
              <a:t> </a:t>
            </a:r>
            <a:r>
              <a:rPr lang="en-US" altLang="it-IT" b="1" err="1">
                <a:latin typeface="Verdana" panose="020B0604030504040204" pitchFamily="34" charset="0"/>
              </a:rPr>
              <a:t>dall’oggetto</a:t>
            </a:r>
            <a:r>
              <a:rPr lang="en-US" altLang="it-IT" b="1">
                <a:latin typeface="Verdana" panose="020B0604030504040204" pitchFamily="34" charset="0"/>
              </a:rPr>
              <a:t> </a:t>
            </a:r>
            <a:r>
              <a:rPr lang="en-US" altLang="it-IT" b="1" err="1">
                <a:latin typeface="Comic Sans MS" panose="030F0902030302020204" pitchFamily="66" charset="0"/>
              </a:rPr>
              <a:t>java.lang.Object</a:t>
            </a:r>
            <a:endParaRPr lang="en-US" altLang="it-IT">
              <a:latin typeface="Comic Sans MS" panose="030F0902030302020204" pitchFamily="66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368B224-0EE2-5065-1D95-EEED676FA0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703" y="-459432"/>
            <a:ext cx="7543800" cy="1295400"/>
          </a:xfrm>
        </p:spPr>
        <p:txBody>
          <a:bodyPr/>
          <a:lstStyle/>
          <a:p>
            <a:r>
              <a:rPr lang="it-IT"/>
              <a:t>Riferimenti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0240822-6142-FF6C-DE8A-478DF1828A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80728"/>
            <a:ext cx="8229600" cy="4411662"/>
          </a:xfrm>
        </p:spPr>
        <p:txBody>
          <a:bodyPr/>
          <a:lstStyle/>
          <a:p>
            <a:r>
              <a:rPr lang="it-IT" sz="2400"/>
              <a:t>Un riferimento si "comporta" come un puntatore, si riferisce ad un oggetto di una specifica classe. Per fissare le idee sia </a:t>
            </a:r>
            <a:r>
              <a:rPr lang="it-IT" sz="2400" err="1"/>
              <a:t>P</a:t>
            </a:r>
            <a:r>
              <a:rPr lang="it-IT" sz="2400"/>
              <a:t> un riferimento ad un oggetto di classe persona:</a:t>
            </a:r>
          </a:p>
          <a:p>
            <a:r>
              <a:rPr lang="it-IT" sz="2400" i="1">
                <a:effectLst/>
                <a:latin typeface="Helvetica" pitchFamily="2" charset="0"/>
              </a:rPr>
              <a:t>La dichiarazione della variabile </a:t>
            </a:r>
            <a:r>
              <a:rPr lang="it-IT" sz="2400" i="1" err="1">
                <a:latin typeface="Helvetica" pitchFamily="2" charset="0"/>
              </a:rPr>
              <a:t>P</a:t>
            </a:r>
            <a:r>
              <a:rPr lang="it-IT" sz="2400" i="1">
                <a:effectLst/>
                <a:latin typeface="Helvetica" pitchFamily="2" charset="0"/>
              </a:rPr>
              <a:t> alloca la</a:t>
            </a:r>
            <a:r>
              <a:rPr lang="it-IT" sz="2400">
                <a:latin typeface="Helvetica" pitchFamily="2" charset="0"/>
              </a:rPr>
              <a:t> </a:t>
            </a:r>
            <a:r>
              <a:rPr lang="it-IT" sz="2400" i="1">
                <a:effectLst/>
                <a:latin typeface="Helvetica" pitchFamily="2" charset="0"/>
              </a:rPr>
              <a:t>memoria necessaria </a:t>
            </a:r>
            <a:r>
              <a:rPr lang="it-IT" sz="2400" i="1">
                <a:solidFill>
                  <a:srgbClr val="FF0000"/>
                </a:solidFill>
                <a:effectLst/>
                <a:latin typeface="Helvetica" pitchFamily="2" charset="0"/>
              </a:rPr>
              <a:t>per contenere </a:t>
            </a:r>
            <a:r>
              <a:rPr lang="it-IT" sz="2400" i="1">
                <a:effectLst/>
                <a:latin typeface="Helvetica" pitchFamily="2" charset="0"/>
              </a:rPr>
              <a:t>un </a:t>
            </a:r>
            <a:r>
              <a:rPr lang="it-IT" sz="2400" i="1">
                <a:solidFill>
                  <a:srgbClr val="FF0000"/>
                </a:solidFill>
                <a:effectLst/>
                <a:latin typeface="Helvetica" pitchFamily="2" charset="0"/>
              </a:rPr>
              <a:t>riferimento </a:t>
            </a:r>
            <a:r>
              <a:rPr lang="it-IT" sz="2400" i="1">
                <a:effectLst/>
                <a:latin typeface="Helvetica" pitchFamily="2" charset="0"/>
              </a:rPr>
              <a:t>(inizializzato a </a:t>
            </a:r>
            <a:r>
              <a:rPr lang="it-IT" sz="2400" b="1" i="1" err="1">
                <a:effectLst/>
                <a:latin typeface="Helvetica" pitchFamily="2" charset="0"/>
              </a:rPr>
              <a:t>null</a:t>
            </a:r>
            <a:r>
              <a:rPr lang="it-IT" sz="2400" i="1">
                <a:effectLst/>
                <a:latin typeface="Helvetica" pitchFamily="2" charset="0"/>
              </a:rPr>
              <a:t>):  </a:t>
            </a:r>
          </a:p>
          <a:p>
            <a:pPr marL="0" indent="0">
              <a:buNone/>
            </a:pPr>
            <a:r>
              <a:rPr lang="it-IT" sz="2400" i="1">
                <a:solidFill>
                  <a:srgbClr val="FF0000"/>
                </a:solidFill>
                <a:highlight>
                  <a:srgbClr val="FFFF00"/>
                </a:highlight>
                <a:latin typeface="Helvetica" pitchFamily="2" charset="0"/>
              </a:rPr>
              <a:t>    </a:t>
            </a:r>
            <a:r>
              <a:rPr lang="it-IT" sz="2400" i="1">
                <a:solidFill>
                  <a:srgbClr val="FF0000"/>
                </a:solidFill>
                <a:effectLst/>
                <a:highlight>
                  <a:srgbClr val="FFFF00"/>
                </a:highlight>
                <a:latin typeface="Helvetica" pitchFamily="2" charset="0"/>
              </a:rPr>
              <a:t>persona </a:t>
            </a:r>
            <a:r>
              <a:rPr lang="it-IT" sz="2400" i="1" err="1">
                <a:solidFill>
                  <a:srgbClr val="FF0000"/>
                </a:solidFill>
                <a:effectLst/>
                <a:highlight>
                  <a:srgbClr val="FFFF00"/>
                </a:highlight>
                <a:latin typeface="Helvetica" pitchFamily="2" charset="0"/>
              </a:rPr>
              <a:t>P</a:t>
            </a:r>
            <a:r>
              <a:rPr lang="it-IT" sz="2400" i="1">
                <a:solidFill>
                  <a:srgbClr val="FF0000"/>
                </a:solidFill>
                <a:effectLst/>
                <a:highlight>
                  <a:srgbClr val="FFFF00"/>
                </a:highlight>
                <a:latin typeface="Helvetica" pitchFamily="2" charset="0"/>
              </a:rPr>
              <a:t>;</a:t>
            </a:r>
            <a:endParaRPr lang="it-IT" sz="2400" i="1">
              <a:effectLst/>
              <a:highlight>
                <a:srgbClr val="FFFF00"/>
              </a:highlight>
              <a:latin typeface="Helvetica" pitchFamily="2" charset="0"/>
            </a:endParaRPr>
          </a:p>
          <a:p>
            <a:r>
              <a:rPr lang="it-IT" sz="2400" i="1">
                <a:latin typeface="Helvetica" pitchFamily="2" charset="0"/>
              </a:rPr>
              <a:t>la creazione dell'oggetto di classe persona alloca un nuovo oggetto e assegna un riferimento alla variabile </a:t>
            </a:r>
            <a:r>
              <a:rPr lang="it-IT" sz="2400" i="1" err="1">
                <a:latin typeface="Helvetica" pitchFamily="2" charset="0"/>
              </a:rPr>
              <a:t>P</a:t>
            </a:r>
            <a:r>
              <a:rPr lang="it-IT" sz="2400" i="1">
                <a:latin typeface="Helvetica" pitchFamily="2" charset="0"/>
              </a:rPr>
              <a:t>:</a:t>
            </a:r>
          </a:p>
          <a:p>
            <a:pPr marL="0" indent="0">
              <a:buNone/>
            </a:pPr>
            <a:r>
              <a:rPr lang="it-IT" sz="2400" i="1">
                <a:solidFill>
                  <a:srgbClr val="FF0000"/>
                </a:solidFill>
                <a:effectLst/>
                <a:highlight>
                  <a:srgbClr val="FFFF00"/>
                </a:highlight>
                <a:latin typeface="Helvetica" pitchFamily="2" charset="0"/>
              </a:rPr>
              <a:t>    </a:t>
            </a:r>
            <a:r>
              <a:rPr lang="it-IT" sz="2400" err="1">
                <a:solidFill>
                  <a:srgbClr val="FF0000"/>
                </a:solidFill>
                <a:effectLst/>
                <a:highlight>
                  <a:srgbClr val="FFFF00"/>
                </a:highlight>
                <a:latin typeface="Helvetica" pitchFamily="2" charset="0"/>
              </a:rPr>
              <a:t>P</a:t>
            </a:r>
            <a:r>
              <a:rPr lang="it-IT" sz="240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Helvetica" pitchFamily="2" charset="0"/>
              </a:rPr>
              <a:t> = new persona("</a:t>
            </a:r>
            <a:r>
              <a:rPr lang="it-IT" sz="2400" err="1">
                <a:solidFill>
                  <a:srgbClr val="FF0000"/>
                </a:solidFill>
                <a:effectLst/>
                <a:highlight>
                  <a:srgbClr val="FFFF00"/>
                </a:highlight>
                <a:latin typeface="Helvetica" pitchFamily="2" charset="0"/>
              </a:rPr>
              <a:t>mario</a:t>
            </a:r>
            <a:r>
              <a:rPr lang="it-IT" sz="240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Helvetica" pitchFamily="2" charset="0"/>
              </a:rPr>
              <a:t>", "rossi"); </a:t>
            </a:r>
          </a:p>
          <a:p>
            <a:pPr marL="344487" lvl="1" indent="0">
              <a:buNone/>
            </a:pPr>
            <a:endParaRPr lang="it-IT"/>
          </a:p>
        </p:txBody>
      </p:sp>
      <p:grpSp>
        <p:nvGrpSpPr>
          <p:cNvPr id="7" name="Gruppo 6">
            <a:extLst>
              <a:ext uri="{FF2B5EF4-FFF2-40B4-BE49-F238E27FC236}">
                <a16:creationId xmlns:a16="http://schemas.microsoft.com/office/drawing/2014/main" id="{D5DE4B0B-7CAE-A911-62EB-2A05CB63E894}"/>
              </a:ext>
            </a:extLst>
          </p:cNvPr>
          <p:cNvGrpSpPr/>
          <p:nvPr/>
        </p:nvGrpSpPr>
        <p:grpSpPr>
          <a:xfrm>
            <a:off x="2987824" y="3717032"/>
            <a:ext cx="975787" cy="369332"/>
            <a:chOff x="5364088" y="5877272"/>
            <a:chExt cx="975787" cy="369332"/>
          </a:xfrm>
        </p:grpSpPr>
        <p:sp>
          <p:nvSpPr>
            <p:cNvPr id="5" name="Rettangolo 4">
              <a:extLst>
                <a:ext uri="{FF2B5EF4-FFF2-40B4-BE49-F238E27FC236}">
                  <a16:creationId xmlns:a16="http://schemas.microsoft.com/office/drawing/2014/main" id="{C87D5905-3233-8794-383E-967CFF4F6869}"/>
                </a:ext>
              </a:extLst>
            </p:cNvPr>
            <p:cNvSpPr/>
            <p:nvPr/>
          </p:nvSpPr>
          <p:spPr bwMode="auto">
            <a:xfrm>
              <a:off x="5796136" y="5877272"/>
              <a:ext cx="543739" cy="369332"/>
            </a:xfrm>
            <a:prstGeom prst="rect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it-IT" sz="1800" b="0" i="0" u="none" strike="noStrike" cap="none" normalizeH="0" baseline="0" err="1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</a:rPr>
                <a:t>null</a:t>
              </a:r>
              <a:endParaRPr kumimoji="0" lang="it-IT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6" name="CasellaDiTesto 5">
              <a:extLst>
                <a:ext uri="{FF2B5EF4-FFF2-40B4-BE49-F238E27FC236}">
                  <a16:creationId xmlns:a16="http://schemas.microsoft.com/office/drawing/2014/main" id="{A86AFABB-80A7-4EF1-D92D-D2D1946A31D9}"/>
                </a:ext>
              </a:extLst>
            </p:cNvPr>
            <p:cNvSpPr txBox="1"/>
            <p:nvPr/>
          </p:nvSpPr>
          <p:spPr>
            <a:xfrm>
              <a:off x="5364088" y="5877272"/>
              <a:ext cx="43204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err="1"/>
                <a:t>P</a:t>
              </a:r>
              <a:endParaRPr lang="it-IT"/>
            </a:p>
          </p:txBody>
        </p:sp>
      </p:grpSp>
      <p:grpSp>
        <p:nvGrpSpPr>
          <p:cNvPr id="8" name="Gruppo 7">
            <a:extLst>
              <a:ext uri="{FF2B5EF4-FFF2-40B4-BE49-F238E27FC236}">
                <a16:creationId xmlns:a16="http://schemas.microsoft.com/office/drawing/2014/main" id="{5CAAC96A-7570-D8C9-2D56-EB917A31C294}"/>
              </a:ext>
            </a:extLst>
          </p:cNvPr>
          <p:cNvGrpSpPr/>
          <p:nvPr/>
        </p:nvGrpSpPr>
        <p:grpSpPr>
          <a:xfrm>
            <a:off x="3014866" y="5899477"/>
            <a:ext cx="873194" cy="369332"/>
            <a:chOff x="5364088" y="5877272"/>
            <a:chExt cx="873194" cy="369332"/>
          </a:xfrm>
        </p:grpSpPr>
        <p:sp>
          <p:nvSpPr>
            <p:cNvPr id="9" name="Rettangolo 8">
              <a:extLst>
                <a:ext uri="{FF2B5EF4-FFF2-40B4-BE49-F238E27FC236}">
                  <a16:creationId xmlns:a16="http://schemas.microsoft.com/office/drawing/2014/main" id="{0BE9A242-EB4A-C7EE-5C84-5E3B78FF060F}"/>
                </a:ext>
              </a:extLst>
            </p:cNvPr>
            <p:cNvSpPr/>
            <p:nvPr/>
          </p:nvSpPr>
          <p:spPr bwMode="auto">
            <a:xfrm>
              <a:off x="5796136" y="5877272"/>
              <a:ext cx="441146" cy="369332"/>
            </a:xfrm>
            <a:prstGeom prst="rect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it-IT"/>
                <a:t>    </a:t>
              </a:r>
              <a:endParaRPr kumimoji="0" lang="it-IT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10" name="CasellaDiTesto 9">
              <a:extLst>
                <a:ext uri="{FF2B5EF4-FFF2-40B4-BE49-F238E27FC236}">
                  <a16:creationId xmlns:a16="http://schemas.microsoft.com/office/drawing/2014/main" id="{CF020926-0649-1BA3-852F-37AB25AC8D79}"/>
                </a:ext>
              </a:extLst>
            </p:cNvPr>
            <p:cNvSpPr txBox="1"/>
            <p:nvPr/>
          </p:nvSpPr>
          <p:spPr>
            <a:xfrm>
              <a:off x="5364088" y="5877272"/>
              <a:ext cx="43204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err="1"/>
                <a:t>P</a:t>
              </a:r>
              <a:endParaRPr lang="it-IT"/>
            </a:p>
          </p:txBody>
        </p:sp>
      </p:grpSp>
      <p:sp>
        <p:nvSpPr>
          <p:cNvPr id="11" name="Rettangolo 10">
            <a:extLst>
              <a:ext uri="{FF2B5EF4-FFF2-40B4-BE49-F238E27FC236}">
                <a16:creationId xmlns:a16="http://schemas.microsoft.com/office/drawing/2014/main" id="{3F479410-4298-71BC-376C-76961AB156C1}"/>
              </a:ext>
            </a:extLst>
          </p:cNvPr>
          <p:cNvSpPr/>
          <p:nvPr/>
        </p:nvSpPr>
        <p:spPr bwMode="auto">
          <a:xfrm>
            <a:off x="5641241" y="5760978"/>
            <a:ext cx="2376262" cy="64633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 cap="flat" cmpd="sng" algn="ctr">
            <a:solidFill>
              <a:schemeClr val="accent2">
                <a:lumMod val="20000"/>
                <a:lumOff val="8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t-IT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rPr>
              <a:t>Oggetto di classe 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it-IT"/>
              <a:t>persona</a:t>
            </a:r>
            <a:endParaRPr kumimoji="0" lang="it-IT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cxnSp>
        <p:nvCxnSpPr>
          <p:cNvPr id="13" name="Connettore 1 12">
            <a:extLst>
              <a:ext uri="{FF2B5EF4-FFF2-40B4-BE49-F238E27FC236}">
                <a16:creationId xmlns:a16="http://schemas.microsoft.com/office/drawing/2014/main" id="{81BBAEE9-F58F-C14F-5420-939C1512B0B5}"/>
              </a:ext>
            </a:extLst>
          </p:cNvPr>
          <p:cNvCxnSpPr>
            <a:endCxn id="11" idx="1"/>
          </p:cNvCxnSpPr>
          <p:nvPr/>
        </p:nvCxnSpPr>
        <p:spPr bwMode="auto">
          <a:xfrm>
            <a:off x="3691741" y="6084143"/>
            <a:ext cx="1949500" cy="1"/>
          </a:xfrm>
          <a:prstGeom prst="line">
            <a:avLst/>
          </a:prstGeom>
          <a:solidFill>
            <a:schemeClr val="accent1"/>
          </a:solidFill>
          <a:ln w="25400" cap="rnd" cmpd="sng" algn="ctr">
            <a:solidFill>
              <a:schemeClr val="tx1"/>
            </a:solidFill>
            <a:prstDash val="solid"/>
            <a:round/>
            <a:headEnd type="oval" w="med" len="med"/>
            <a:tailEnd type="triangl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16314217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860C124-E08C-7C27-1C15-70C5D6F31F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535" y="-356259"/>
            <a:ext cx="7543800" cy="1295400"/>
          </a:xfrm>
        </p:spPr>
        <p:txBody>
          <a:bodyPr/>
          <a:lstStyle/>
          <a:p>
            <a:r>
              <a:rPr lang="it-IT"/>
              <a:t>Riferimenti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50A3C78-DD24-7B27-32E8-59C2429511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20" y="1223169"/>
            <a:ext cx="8229600" cy="4411662"/>
          </a:xfrm>
        </p:spPr>
        <p:txBody>
          <a:bodyPr/>
          <a:lstStyle/>
          <a:p>
            <a:r>
              <a:rPr lang="it-IT" sz="2000"/>
              <a:t>Quindi </a:t>
            </a:r>
            <a:r>
              <a:rPr lang="it-IT" sz="2000" err="1"/>
              <a:t>P</a:t>
            </a:r>
            <a:r>
              <a:rPr lang="it-IT" sz="2000"/>
              <a:t> non ha come valore lo stato dell’oggetto persona ma si riferisce all’area di memoria dell’oggetto</a:t>
            </a:r>
          </a:p>
          <a:p>
            <a:r>
              <a:rPr lang="it-IT" sz="2000"/>
              <a:t>Questo ha un certo numero di conseguenze </a:t>
            </a:r>
          </a:p>
          <a:p>
            <a:pPr marL="0" indent="0">
              <a:buNone/>
            </a:pPr>
            <a:r>
              <a:rPr lang="it-IT" sz="2000"/>
              <a:t>Sia</a:t>
            </a:r>
            <a:r>
              <a:rPr lang="it-IT" sz="2000">
                <a:highlight>
                  <a:srgbClr val="FFFF00"/>
                </a:highlight>
              </a:rPr>
              <a:t>: persona P1;</a:t>
            </a:r>
          </a:p>
          <a:p>
            <a:pPr marL="457200" indent="-457200">
              <a:buFont typeface="+mj-lt"/>
              <a:buAutoNum type="arabicPeriod"/>
            </a:pPr>
            <a:r>
              <a:rPr lang="it-IT" sz="2000" u="sng"/>
              <a:t>L’assegnazione</a:t>
            </a:r>
            <a:r>
              <a:rPr lang="it-IT" sz="2000">
                <a:highlight>
                  <a:srgbClr val="FFFF00"/>
                </a:highlight>
              </a:rPr>
              <a:t>: P1=</a:t>
            </a:r>
            <a:r>
              <a:rPr lang="it-IT" sz="2000" err="1">
                <a:highlight>
                  <a:srgbClr val="FFFF00"/>
                </a:highlight>
              </a:rPr>
              <a:t>P</a:t>
            </a:r>
            <a:r>
              <a:rPr lang="it-IT" sz="2000">
                <a:highlight>
                  <a:srgbClr val="FFFF00"/>
                </a:highlight>
              </a:rPr>
              <a:t> </a:t>
            </a:r>
            <a:r>
              <a:rPr lang="it-IT" sz="2000"/>
              <a:t>copia </a:t>
            </a:r>
            <a:r>
              <a:rPr lang="it-IT" sz="2000" err="1"/>
              <a:t>P</a:t>
            </a:r>
            <a:r>
              <a:rPr lang="it-IT" sz="2000"/>
              <a:t> in P1, cioè copia i riferimenti!!!! Quindi l’effetto è avere due riferimenti diversi allo stesso oggetto</a:t>
            </a:r>
          </a:p>
          <a:p>
            <a:pPr marL="457200" indent="-457200">
              <a:buFont typeface="+mj-lt"/>
              <a:buAutoNum type="arabicPeriod"/>
            </a:pPr>
            <a:r>
              <a:rPr lang="it-IT" sz="2000" u="sng"/>
              <a:t>Il confronto</a:t>
            </a:r>
            <a:r>
              <a:rPr lang="it-IT" sz="2000">
                <a:highlight>
                  <a:srgbClr val="FFFF00"/>
                </a:highlight>
              </a:rPr>
              <a:t>: </a:t>
            </a:r>
            <a:r>
              <a:rPr lang="it-IT" sz="2000" err="1">
                <a:highlight>
                  <a:srgbClr val="FFFF00"/>
                </a:highlight>
              </a:rPr>
              <a:t>P</a:t>
            </a:r>
            <a:r>
              <a:rPr lang="it-IT" sz="2000">
                <a:highlight>
                  <a:srgbClr val="FFFF00"/>
                </a:highlight>
              </a:rPr>
              <a:t>==P1 </a:t>
            </a:r>
            <a:r>
              <a:rPr lang="it-IT" sz="2000"/>
              <a:t>confronta il valore dei riferimenti e NON gli oggetti, quindi risulta falso se </a:t>
            </a:r>
            <a:r>
              <a:rPr lang="it-IT" sz="2000" err="1"/>
              <a:t>P</a:t>
            </a:r>
            <a:r>
              <a:rPr lang="it-IT" sz="2000"/>
              <a:t> e P1 si riferiscono a due oggetti diversi anche se questi hanno lo stesso stato</a:t>
            </a:r>
          </a:p>
          <a:p>
            <a:pPr marL="0" indent="0">
              <a:buNone/>
            </a:pPr>
            <a:endParaRPr lang="it-IT" sz="2000"/>
          </a:p>
        </p:txBody>
      </p:sp>
      <p:grpSp>
        <p:nvGrpSpPr>
          <p:cNvPr id="25" name="Gruppo 24">
            <a:extLst>
              <a:ext uri="{FF2B5EF4-FFF2-40B4-BE49-F238E27FC236}">
                <a16:creationId xmlns:a16="http://schemas.microsoft.com/office/drawing/2014/main" id="{B3623C76-5C5A-F888-D0A5-88621AB10185}"/>
              </a:ext>
            </a:extLst>
          </p:cNvPr>
          <p:cNvGrpSpPr/>
          <p:nvPr/>
        </p:nvGrpSpPr>
        <p:grpSpPr>
          <a:xfrm>
            <a:off x="288393" y="4656818"/>
            <a:ext cx="4326945" cy="1061830"/>
            <a:chOff x="683568" y="4941167"/>
            <a:chExt cx="4326945" cy="1061830"/>
          </a:xfrm>
        </p:grpSpPr>
        <p:sp>
          <p:nvSpPr>
            <p:cNvPr id="5" name="Rettangolo 4">
              <a:extLst>
                <a:ext uri="{FF2B5EF4-FFF2-40B4-BE49-F238E27FC236}">
                  <a16:creationId xmlns:a16="http://schemas.microsoft.com/office/drawing/2014/main" id="{DA87B181-0D5E-FF3C-193F-AD31C2870C98}"/>
                </a:ext>
              </a:extLst>
            </p:cNvPr>
            <p:cNvSpPr/>
            <p:nvPr/>
          </p:nvSpPr>
          <p:spPr bwMode="auto">
            <a:xfrm>
              <a:off x="1189542" y="5079667"/>
              <a:ext cx="441146" cy="369332"/>
            </a:xfrm>
            <a:prstGeom prst="rect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it-IT"/>
                <a:t>    </a:t>
              </a:r>
              <a:endParaRPr kumimoji="0" lang="it-IT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6" name="CasellaDiTesto 5">
              <a:extLst>
                <a:ext uri="{FF2B5EF4-FFF2-40B4-BE49-F238E27FC236}">
                  <a16:creationId xmlns:a16="http://schemas.microsoft.com/office/drawing/2014/main" id="{0DCFFE40-A895-7C33-EFB9-B25D70F47A53}"/>
                </a:ext>
              </a:extLst>
            </p:cNvPr>
            <p:cNvSpPr txBox="1"/>
            <p:nvPr/>
          </p:nvSpPr>
          <p:spPr>
            <a:xfrm>
              <a:off x="757494" y="5079667"/>
              <a:ext cx="43204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err="1"/>
                <a:t>P</a:t>
              </a:r>
              <a:endParaRPr lang="it-IT"/>
            </a:p>
          </p:txBody>
        </p:sp>
        <p:sp>
          <p:nvSpPr>
            <p:cNvPr id="7" name="Rettangolo 6">
              <a:extLst>
                <a:ext uri="{FF2B5EF4-FFF2-40B4-BE49-F238E27FC236}">
                  <a16:creationId xmlns:a16="http://schemas.microsoft.com/office/drawing/2014/main" id="{E4F5DA62-F007-CA64-0C44-6A0BC60D6CB8}"/>
                </a:ext>
              </a:extLst>
            </p:cNvPr>
            <p:cNvSpPr/>
            <p:nvPr/>
          </p:nvSpPr>
          <p:spPr bwMode="auto">
            <a:xfrm>
              <a:off x="2634251" y="4941167"/>
              <a:ext cx="2376262" cy="646331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2700" cap="flat" cmpd="sng" algn="ctr">
              <a:solidFill>
                <a:schemeClr val="accent2">
                  <a:lumMod val="20000"/>
                  <a:lumOff val="8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it-IT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</a:rPr>
                <a:t>Oggetto di classe </a:t>
              </a:r>
            </a:p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it-IT"/>
                <a:t>persona</a:t>
              </a:r>
              <a:endParaRPr kumimoji="0" lang="it-IT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cxnSp>
          <p:nvCxnSpPr>
            <p:cNvPr id="8" name="Connettore 1 7">
              <a:extLst>
                <a:ext uri="{FF2B5EF4-FFF2-40B4-BE49-F238E27FC236}">
                  <a16:creationId xmlns:a16="http://schemas.microsoft.com/office/drawing/2014/main" id="{AC249DCC-2E3F-2370-3043-B121A06BC3A6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1410115" y="5264333"/>
              <a:ext cx="1224136" cy="0"/>
            </a:xfrm>
            <a:prstGeom prst="line">
              <a:avLst/>
            </a:prstGeom>
            <a:solidFill>
              <a:schemeClr val="accent1"/>
            </a:solidFill>
            <a:ln w="25400" cap="rnd" cmpd="sng" algn="ctr">
              <a:solidFill>
                <a:schemeClr val="tx1"/>
              </a:solidFill>
              <a:prstDash val="solid"/>
              <a:round/>
              <a:headEnd type="oval" w="med" len="med"/>
              <a:tailEnd type="triangle" w="med" len="med"/>
            </a:ln>
            <a:effectLst/>
          </p:spPr>
        </p:cxnSp>
        <p:sp>
          <p:nvSpPr>
            <p:cNvPr id="14" name="Rettangolo 13">
              <a:extLst>
                <a:ext uri="{FF2B5EF4-FFF2-40B4-BE49-F238E27FC236}">
                  <a16:creationId xmlns:a16="http://schemas.microsoft.com/office/drawing/2014/main" id="{F9B47A4A-5720-AF66-C141-7EE59F4F9832}"/>
                </a:ext>
              </a:extLst>
            </p:cNvPr>
            <p:cNvSpPr/>
            <p:nvPr/>
          </p:nvSpPr>
          <p:spPr bwMode="auto">
            <a:xfrm>
              <a:off x="1189542" y="5633665"/>
              <a:ext cx="441146" cy="369332"/>
            </a:xfrm>
            <a:prstGeom prst="rect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it-IT"/>
                <a:t>    </a:t>
              </a:r>
              <a:endParaRPr kumimoji="0" lang="it-IT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15" name="CasellaDiTesto 14">
              <a:extLst>
                <a:ext uri="{FF2B5EF4-FFF2-40B4-BE49-F238E27FC236}">
                  <a16:creationId xmlns:a16="http://schemas.microsoft.com/office/drawing/2014/main" id="{CF25A67D-FADD-0932-1EEC-6216AF1D3D89}"/>
                </a:ext>
              </a:extLst>
            </p:cNvPr>
            <p:cNvSpPr txBox="1"/>
            <p:nvPr/>
          </p:nvSpPr>
          <p:spPr>
            <a:xfrm>
              <a:off x="683568" y="5633665"/>
              <a:ext cx="50597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/>
                <a:t>P1</a:t>
              </a:r>
            </a:p>
          </p:txBody>
        </p:sp>
        <p:cxnSp>
          <p:nvCxnSpPr>
            <p:cNvPr id="16" name="Connettore 1 15">
              <a:extLst>
                <a:ext uri="{FF2B5EF4-FFF2-40B4-BE49-F238E27FC236}">
                  <a16:creationId xmlns:a16="http://schemas.microsoft.com/office/drawing/2014/main" id="{2FECE777-5C23-065E-B399-3A41F29D0FEF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1410115" y="5448999"/>
              <a:ext cx="1224136" cy="369332"/>
            </a:xfrm>
            <a:prstGeom prst="line">
              <a:avLst/>
            </a:prstGeom>
            <a:solidFill>
              <a:schemeClr val="accent1"/>
            </a:solidFill>
            <a:ln w="25400" cap="rnd" cmpd="sng" algn="ctr">
              <a:solidFill>
                <a:schemeClr val="tx1"/>
              </a:solidFill>
              <a:prstDash val="solid"/>
              <a:round/>
              <a:headEnd type="oval" w="med" len="med"/>
              <a:tailEnd type="triangle" w="med" len="med"/>
            </a:ln>
            <a:effectLst/>
          </p:spPr>
        </p:cxnSp>
      </p:grpSp>
      <p:grpSp>
        <p:nvGrpSpPr>
          <p:cNvPr id="24" name="Gruppo 23">
            <a:extLst>
              <a:ext uri="{FF2B5EF4-FFF2-40B4-BE49-F238E27FC236}">
                <a16:creationId xmlns:a16="http://schemas.microsoft.com/office/drawing/2014/main" id="{2CD2EF8A-8A42-395C-23C1-C5ABE0BAFC04}"/>
              </a:ext>
            </a:extLst>
          </p:cNvPr>
          <p:cNvGrpSpPr/>
          <p:nvPr/>
        </p:nvGrpSpPr>
        <p:grpSpPr>
          <a:xfrm>
            <a:off x="5047387" y="4333653"/>
            <a:ext cx="2905809" cy="646331"/>
            <a:chOff x="5784237" y="4921126"/>
            <a:chExt cx="2905809" cy="646331"/>
          </a:xfrm>
        </p:grpSpPr>
        <p:sp>
          <p:nvSpPr>
            <p:cNvPr id="18" name="Rettangolo 17">
              <a:extLst>
                <a:ext uri="{FF2B5EF4-FFF2-40B4-BE49-F238E27FC236}">
                  <a16:creationId xmlns:a16="http://schemas.microsoft.com/office/drawing/2014/main" id="{BC288CA9-2ACD-33E7-0B7B-0CA169C0A710}"/>
                </a:ext>
              </a:extLst>
            </p:cNvPr>
            <p:cNvSpPr/>
            <p:nvPr/>
          </p:nvSpPr>
          <p:spPr bwMode="auto">
            <a:xfrm>
              <a:off x="6219531" y="5059625"/>
              <a:ext cx="441146" cy="369332"/>
            </a:xfrm>
            <a:prstGeom prst="rect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it-IT"/>
                <a:t>    </a:t>
              </a:r>
              <a:endParaRPr kumimoji="0" lang="it-IT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19" name="CasellaDiTesto 18">
              <a:extLst>
                <a:ext uri="{FF2B5EF4-FFF2-40B4-BE49-F238E27FC236}">
                  <a16:creationId xmlns:a16="http://schemas.microsoft.com/office/drawing/2014/main" id="{66297BBD-DEE4-79EF-4E8A-010343214CD9}"/>
                </a:ext>
              </a:extLst>
            </p:cNvPr>
            <p:cNvSpPr txBox="1"/>
            <p:nvPr/>
          </p:nvSpPr>
          <p:spPr>
            <a:xfrm>
              <a:off x="5784237" y="5041463"/>
              <a:ext cx="43204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err="1"/>
                <a:t>P</a:t>
              </a:r>
              <a:endParaRPr lang="it-IT"/>
            </a:p>
          </p:txBody>
        </p:sp>
        <p:sp>
          <p:nvSpPr>
            <p:cNvPr id="20" name="Rettangolo 19">
              <a:extLst>
                <a:ext uri="{FF2B5EF4-FFF2-40B4-BE49-F238E27FC236}">
                  <a16:creationId xmlns:a16="http://schemas.microsoft.com/office/drawing/2014/main" id="{28351908-503A-5E5C-3479-92849C39F73A}"/>
                </a:ext>
              </a:extLst>
            </p:cNvPr>
            <p:cNvSpPr/>
            <p:nvPr/>
          </p:nvSpPr>
          <p:spPr bwMode="auto">
            <a:xfrm>
              <a:off x="7308304" y="4921126"/>
              <a:ext cx="1381742" cy="646331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2700" cap="flat" cmpd="sng" algn="ctr">
              <a:solidFill>
                <a:schemeClr val="accent2">
                  <a:lumMod val="20000"/>
                  <a:lumOff val="8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it-IT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</a:rPr>
                <a:t>Mario</a:t>
              </a:r>
            </a:p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it-IT"/>
                <a:t>Rossi</a:t>
              </a:r>
              <a:endParaRPr kumimoji="0" lang="it-IT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cxnSp>
          <p:nvCxnSpPr>
            <p:cNvPr id="21" name="Connettore 1 20">
              <a:extLst>
                <a:ext uri="{FF2B5EF4-FFF2-40B4-BE49-F238E27FC236}">
                  <a16:creationId xmlns:a16="http://schemas.microsoft.com/office/drawing/2014/main" id="{3C2CB0FF-4E5A-FD29-F86D-C00BF80C35AC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6430616" y="5255818"/>
              <a:ext cx="877688" cy="0"/>
            </a:xfrm>
            <a:prstGeom prst="line">
              <a:avLst/>
            </a:prstGeom>
            <a:solidFill>
              <a:schemeClr val="accent1"/>
            </a:solidFill>
            <a:ln w="25400" cap="rnd" cmpd="sng" algn="ctr">
              <a:solidFill>
                <a:schemeClr val="tx1"/>
              </a:solidFill>
              <a:prstDash val="solid"/>
              <a:round/>
              <a:headEnd type="oval" w="med" len="med"/>
              <a:tailEnd type="triangle" w="med" len="med"/>
            </a:ln>
            <a:effectLst/>
          </p:spPr>
        </p:cxnSp>
      </p:grpSp>
      <p:grpSp>
        <p:nvGrpSpPr>
          <p:cNvPr id="26" name="Gruppo 25">
            <a:extLst>
              <a:ext uri="{FF2B5EF4-FFF2-40B4-BE49-F238E27FC236}">
                <a16:creationId xmlns:a16="http://schemas.microsoft.com/office/drawing/2014/main" id="{17296EBA-574C-C139-7EB4-5675D13E08AC}"/>
              </a:ext>
            </a:extLst>
          </p:cNvPr>
          <p:cNvGrpSpPr/>
          <p:nvPr/>
        </p:nvGrpSpPr>
        <p:grpSpPr>
          <a:xfrm>
            <a:off x="5052877" y="5176176"/>
            <a:ext cx="2905809" cy="646331"/>
            <a:chOff x="5784237" y="4921126"/>
            <a:chExt cx="2905809" cy="646331"/>
          </a:xfrm>
        </p:grpSpPr>
        <p:sp>
          <p:nvSpPr>
            <p:cNvPr id="27" name="Rettangolo 26">
              <a:extLst>
                <a:ext uri="{FF2B5EF4-FFF2-40B4-BE49-F238E27FC236}">
                  <a16:creationId xmlns:a16="http://schemas.microsoft.com/office/drawing/2014/main" id="{ECE32D43-C9E9-9EDA-F434-C2EB56DA7EA5}"/>
                </a:ext>
              </a:extLst>
            </p:cNvPr>
            <p:cNvSpPr/>
            <p:nvPr/>
          </p:nvSpPr>
          <p:spPr bwMode="auto">
            <a:xfrm>
              <a:off x="6219531" y="5059625"/>
              <a:ext cx="441146" cy="369332"/>
            </a:xfrm>
            <a:prstGeom prst="rect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it-IT"/>
                <a:t>    </a:t>
              </a:r>
              <a:endParaRPr kumimoji="0" lang="it-IT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28" name="CasellaDiTesto 27">
              <a:extLst>
                <a:ext uri="{FF2B5EF4-FFF2-40B4-BE49-F238E27FC236}">
                  <a16:creationId xmlns:a16="http://schemas.microsoft.com/office/drawing/2014/main" id="{BF13404B-3788-A00B-B9CA-13A8D86BED08}"/>
                </a:ext>
              </a:extLst>
            </p:cNvPr>
            <p:cNvSpPr txBox="1"/>
            <p:nvPr/>
          </p:nvSpPr>
          <p:spPr>
            <a:xfrm>
              <a:off x="5784237" y="5041463"/>
              <a:ext cx="43204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/>
                <a:t>Q</a:t>
              </a:r>
            </a:p>
          </p:txBody>
        </p:sp>
        <p:sp>
          <p:nvSpPr>
            <p:cNvPr id="29" name="Rettangolo 28">
              <a:extLst>
                <a:ext uri="{FF2B5EF4-FFF2-40B4-BE49-F238E27FC236}">
                  <a16:creationId xmlns:a16="http://schemas.microsoft.com/office/drawing/2014/main" id="{1442D1C6-AE71-AF19-3CE5-230C17D51004}"/>
                </a:ext>
              </a:extLst>
            </p:cNvPr>
            <p:cNvSpPr/>
            <p:nvPr/>
          </p:nvSpPr>
          <p:spPr bwMode="auto">
            <a:xfrm>
              <a:off x="7308304" y="4921126"/>
              <a:ext cx="1381742" cy="646331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2700" cap="flat" cmpd="sng" algn="ctr">
              <a:solidFill>
                <a:schemeClr val="accent2">
                  <a:lumMod val="20000"/>
                  <a:lumOff val="8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it-IT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</a:rPr>
                <a:t>Mario</a:t>
              </a:r>
            </a:p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it-IT"/>
                <a:t>Rossi</a:t>
              </a:r>
              <a:endParaRPr kumimoji="0" lang="it-IT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cxnSp>
          <p:nvCxnSpPr>
            <p:cNvPr id="30" name="Connettore 1 29">
              <a:extLst>
                <a:ext uri="{FF2B5EF4-FFF2-40B4-BE49-F238E27FC236}">
                  <a16:creationId xmlns:a16="http://schemas.microsoft.com/office/drawing/2014/main" id="{C2F7DE31-4CBA-4545-6615-9309DFF89F39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6430616" y="5255818"/>
              <a:ext cx="877688" cy="0"/>
            </a:xfrm>
            <a:prstGeom prst="line">
              <a:avLst/>
            </a:prstGeom>
            <a:solidFill>
              <a:schemeClr val="accent1"/>
            </a:solidFill>
            <a:ln w="25400" cap="rnd" cmpd="sng" algn="ctr">
              <a:solidFill>
                <a:schemeClr val="tx1"/>
              </a:solidFill>
              <a:prstDash val="solid"/>
              <a:round/>
              <a:headEnd type="oval" w="med" len="med"/>
              <a:tailEnd type="triangle" w="med" len="med"/>
            </a:ln>
            <a:effectLst/>
          </p:spPr>
        </p:cxnSp>
      </p:grpSp>
      <p:sp>
        <p:nvSpPr>
          <p:cNvPr id="31" name="CasellaDiTesto 30">
            <a:extLst>
              <a:ext uri="{FF2B5EF4-FFF2-40B4-BE49-F238E27FC236}">
                <a16:creationId xmlns:a16="http://schemas.microsoft.com/office/drawing/2014/main" id="{E5ADBA9B-7B40-BC3F-5379-95D2FE029D3C}"/>
              </a:ext>
            </a:extLst>
          </p:cNvPr>
          <p:cNvSpPr txBox="1"/>
          <p:nvPr/>
        </p:nvSpPr>
        <p:spPr>
          <a:xfrm>
            <a:off x="2255266" y="5713474"/>
            <a:ext cx="14542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/>
              <a:t>Situazione 1</a:t>
            </a:r>
          </a:p>
        </p:txBody>
      </p:sp>
      <p:sp>
        <p:nvSpPr>
          <p:cNvPr id="32" name="CasellaDiTesto 31">
            <a:extLst>
              <a:ext uri="{FF2B5EF4-FFF2-40B4-BE49-F238E27FC236}">
                <a16:creationId xmlns:a16="http://schemas.microsoft.com/office/drawing/2014/main" id="{9C9F8637-F499-0F81-9ADA-A07CDF250453}"/>
              </a:ext>
            </a:extLst>
          </p:cNvPr>
          <p:cNvSpPr txBox="1"/>
          <p:nvPr/>
        </p:nvSpPr>
        <p:spPr>
          <a:xfrm>
            <a:off x="6266148" y="6041753"/>
            <a:ext cx="14542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/>
              <a:t>Situazione 2</a:t>
            </a:r>
          </a:p>
        </p:txBody>
      </p:sp>
    </p:spTree>
    <p:extLst>
      <p:ext uri="{BB962C8B-B14F-4D97-AF65-F5344CB8AC3E}">
        <p14:creationId xmlns:p14="http://schemas.microsoft.com/office/powerpoint/2010/main" val="41853999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37BD476-392C-4217-C315-09A9F2A912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Riferimenti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483C10C-728D-BEDE-52A3-B567BC9CE7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719263"/>
            <a:ext cx="8229600" cy="3437929"/>
          </a:xfrm>
        </p:spPr>
        <p:txBody>
          <a:bodyPr/>
          <a:lstStyle/>
          <a:p>
            <a:r>
              <a:rPr lang="it-IT"/>
              <a:t>Le stesse considerazioni valgono se si passa un "oggetto" come parametro (argomento) ad una funzione (metodo)</a:t>
            </a:r>
          </a:p>
          <a:p>
            <a:r>
              <a:rPr lang="it-IT"/>
              <a:t>Si passa in realtà </a:t>
            </a:r>
            <a:r>
              <a:rPr lang="it-IT">
                <a:solidFill>
                  <a:srgbClr val="FF0000"/>
                </a:solidFill>
              </a:rPr>
              <a:t>il valore </a:t>
            </a:r>
            <a:r>
              <a:rPr lang="it-IT"/>
              <a:t>di un riferimento all’oggetto</a:t>
            </a:r>
          </a:p>
          <a:p>
            <a:r>
              <a:rPr lang="it-IT" i="1">
                <a:effectLst/>
                <a:latin typeface="Helvetica" pitchFamily="2" charset="0"/>
              </a:rPr>
              <a:t>Lo stesso discorso vale per gli array e per le stringhe (</a:t>
            </a:r>
            <a:r>
              <a:rPr lang="it-IT" i="1">
                <a:solidFill>
                  <a:srgbClr val="FF0000"/>
                </a:solidFill>
                <a:effectLst/>
                <a:latin typeface="Helvetica" pitchFamily="2" charset="0"/>
              </a:rPr>
              <a:t>gli array e le stringhe sono oggetti!</a:t>
            </a:r>
            <a:r>
              <a:rPr lang="it-IT" i="1">
                <a:effectLst/>
                <a:latin typeface="Helvetica" pitchFamily="2" charset="0"/>
              </a:rPr>
              <a:t>)</a:t>
            </a:r>
            <a:endParaRPr lang="it-IT">
              <a:effectLst/>
              <a:latin typeface="Helvetica" pitchFamily="2" charset="0"/>
            </a:endParaRPr>
          </a:p>
          <a:p>
            <a:pPr marL="0" indent="0">
              <a:buNone/>
            </a:pP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819640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CF4E1A4-C751-CF93-1469-DB42EB397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710" y="-155665"/>
            <a:ext cx="7543800" cy="1295400"/>
          </a:xfrm>
        </p:spPr>
        <p:txBody>
          <a:bodyPr/>
          <a:lstStyle/>
          <a:p>
            <a:r>
              <a:rPr lang="it-IT"/>
              <a:t>Riferimenti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86CB513-F08D-FBBF-14FD-11094A93D6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1710" y="1484784"/>
            <a:ext cx="8229600" cy="1530986"/>
          </a:xfrm>
        </p:spPr>
        <p:txBody>
          <a:bodyPr/>
          <a:lstStyle/>
          <a:p>
            <a:r>
              <a:rPr lang="it-IT" sz="2400"/>
              <a:t>Un’altra conseguenza dell’uso dei riferimenti è che si possono ottenere «oggetti orfani», cioè privi di qualunque riferimento</a:t>
            </a:r>
          </a:p>
          <a:p>
            <a:endParaRPr lang="it-IT" sz="2400"/>
          </a:p>
        </p:txBody>
      </p:sp>
      <p:grpSp>
        <p:nvGrpSpPr>
          <p:cNvPr id="4" name="Gruppo 3">
            <a:extLst>
              <a:ext uri="{FF2B5EF4-FFF2-40B4-BE49-F238E27FC236}">
                <a16:creationId xmlns:a16="http://schemas.microsoft.com/office/drawing/2014/main" id="{55582F2F-29B1-7736-4ED0-CB6388349E56}"/>
              </a:ext>
            </a:extLst>
          </p:cNvPr>
          <p:cNvGrpSpPr/>
          <p:nvPr/>
        </p:nvGrpSpPr>
        <p:grpSpPr>
          <a:xfrm>
            <a:off x="446220" y="3211966"/>
            <a:ext cx="2905809" cy="646331"/>
            <a:chOff x="5784237" y="4921126"/>
            <a:chExt cx="2905809" cy="646331"/>
          </a:xfrm>
        </p:grpSpPr>
        <p:sp>
          <p:nvSpPr>
            <p:cNvPr id="5" name="Rettangolo 4">
              <a:extLst>
                <a:ext uri="{FF2B5EF4-FFF2-40B4-BE49-F238E27FC236}">
                  <a16:creationId xmlns:a16="http://schemas.microsoft.com/office/drawing/2014/main" id="{6175F12D-6C06-82BE-F526-0117F54353AD}"/>
                </a:ext>
              </a:extLst>
            </p:cNvPr>
            <p:cNvSpPr/>
            <p:nvPr/>
          </p:nvSpPr>
          <p:spPr bwMode="auto">
            <a:xfrm>
              <a:off x="6219531" y="5059625"/>
              <a:ext cx="441146" cy="369332"/>
            </a:xfrm>
            <a:prstGeom prst="rect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it-IT"/>
                <a:t>    </a:t>
              </a:r>
              <a:endParaRPr kumimoji="0" lang="it-IT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6" name="CasellaDiTesto 5">
              <a:extLst>
                <a:ext uri="{FF2B5EF4-FFF2-40B4-BE49-F238E27FC236}">
                  <a16:creationId xmlns:a16="http://schemas.microsoft.com/office/drawing/2014/main" id="{2D04685F-A063-3AB7-887D-45A814A6632C}"/>
                </a:ext>
              </a:extLst>
            </p:cNvPr>
            <p:cNvSpPr txBox="1"/>
            <p:nvPr/>
          </p:nvSpPr>
          <p:spPr>
            <a:xfrm>
              <a:off x="5784237" y="5041463"/>
              <a:ext cx="43204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err="1"/>
                <a:t>P</a:t>
              </a:r>
              <a:endParaRPr lang="it-IT"/>
            </a:p>
          </p:txBody>
        </p:sp>
        <p:sp>
          <p:nvSpPr>
            <p:cNvPr id="7" name="Rettangolo 6">
              <a:extLst>
                <a:ext uri="{FF2B5EF4-FFF2-40B4-BE49-F238E27FC236}">
                  <a16:creationId xmlns:a16="http://schemas.microsoft.com/office/drawing/2014/main" id="{F7B94B4D-E0F8-75EA-0428-D3945BB8D1E6}"/>
                </a:ext>
              </a:extLst>
            </p:cNvPr>
            <p:cNvSpPr/>
            <p:nvPr/>
          </p:nvSpPr>
          <p:spPr bwMode="auto">
            <a:xfrm>
              <a:off x="7308304" y="4921126"/>
              <a:ext cx="1381742" cy="646331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2700" cap="flat" cmpd="sng" algn="ctr">
              <a:solidFill>
                <a:schemeClr val="accent2">
                  <a:lumMod val="20000"/>
                  <a:lumOff val="8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it-IT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</a:rPr>
                <a:t>Mario</a:t>
              </a:r>
            </a:p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it-IT"/>
                <a:t>Rossi</a:t>
              </a:r>
              <a:endParaRPr kumimoji="0" lang="it-IT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cxnSp>
          <p:nvCxnSpPr>
            <p:cNvPr id="8" name="Connettore 1 7">
              <a:extLst>
                <a:ext uri="{FF2B5EF4-FFF2-40B4-BE49-F238E27FC236}">
                  <a16:creationId xmlns:a16="http://schemas.microsoft.com/office/drawing/2014/main" id="{6A9B00C1-43D0-749C-315D-172725E2E122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6430616" y="5255818"/>
              <a:ext cx="877688" cy="0"/>
            </a:xfrm>
            <a:prstGeom prst="line">
              <a:avLst/>
            </a:prstGeom>
            <a:solidFill>
              <a:schemeClr val="accent1"/>
            </a:solidFill>
            <a:ln w="25400" cap="rnd" cmpd="sng" algn="ctr">
              <a:solidFill>
                <a:schemeClr val="tx1"/>
              </a:solidFill>
              <a:prstDash val="solid"/>
              <a:round/>
              <a:headEnd type="oval" w="med" len="med"/>
              <a:tailEnd type="triangle" w="med" len="med"/>
            </a:ln>
            <a:effectLst/>
          </p:spPr>
        </p:cxnSp>
      </p:grpSp>
      <p:grpSp>
        <p:nvGrpSpPr>
          <p:cNvPr id="9" name="Gruppo 8">
            <a:extLst>
              <a:ext uri="{FF2B5EF4-FFF2-40B4-BE49-F238E27FC236}">
                <a16:creationId xmlns:a16="http://schemas.microsoft.com/office/drawing/2014/main" id="{5FCAED1F-6BD5-3288-5BB9-36BF59B41B07}"/>
              </a:ext>
            </a:extLst>
          </p:cNvPr>
          <p:cNvGrpSpPr/>
          <p:nvPr/>
        </p:nvGrpSpPr>
        <p:grpSpPr>
          <a:xfrm>
            <a:off x="451710" y="4054489"/>
            <a:ext cx="2905809" cy="646331"/>
            <a:chOff x="5784237" y="4921126"/>
            <a:chExt cx="2905809" cy="646331"/>
          </a:xfrm>
        </p:grpSpPr>
        <p:sp>
          <p:nvSpPr>
            <p:cNvPr id="10" name="Rettangolo 9">
              <a:extLst>
                <a:ext uri="{FF2B5EF4-FFF2-40B4-BE49-F238E27FC236}">
                  <a16:creationId xmlns:a16="http://schemas.microsoft.com/office/drawing/2014/main" id="{4C0184D9-2920-F042-F8F8-2E823E649B8D}"/>
                </a:ext>
              </a:extLst>
            </p:cNvPr>
            <p:cNvSpPr/>
            <p:nvPr/>
          </p:nvSpPr>
          <p:spPr bwMode="auto">
            <a:xfrm>
              <a:off x="6219531" y="5059625"/>
              <a:ext cx="441146" cy="369332"/>
            </a:xfrm>
            <a:prstGeom prst="rect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it-IT"/>
                <a:t>    </a:t>
              </a:r>
              <a:endParaRPr kumimoji="0" lang="it-IT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11" name="CasellaDiTesto 10">
              <a:extLst>
                <a:ext uri="{FF2B5EF4-FFF2-40B4-BE49-F238E27FC236}">
                  <a16:creationId xmlns:a16="http://schemas.microsoft.com/office/drawing/2014/main" id="{A2606809-863D-69FF-B47D-C9C6F1D417A4}"/>
                </a:ext>
              </a:extLst>
            </p:cNvPr>
            <p:cNvSpPr txBox="1"/>
            <p:nvPr/>
          </p:nvSpPr>
          <p:spPr>
            <a:xfrm>
              <a:off x="5784237" y="5041463"/>
              <a:ext cx="43204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/>
                <a:t>Q</a:t>
              </a:r>
            </a:p>
          </p:txBody>
        </p:sp>
        <p:sp>
          <p:nvSpPr>
            <p:cNvPr id="12" name="Rettangolo 11">
              <a:extLst>
                <a:ext uri="{FF2B5EF4-FFF2-40B4-BE49-F238E27FC236}">
                  <a16:creationId xmlns:a16="http://schemas.microsoft.com/office/drawing/2014/main" id="{8227B561-258D-CAB1-C149-F98BF380B149}"/>
                </a:ext>
              </a:extLst>
            </p:cNvPr>
            <p:cNvSpPr/>
            <p:nvPr/>
          </p:nvSpPr>
          <p:spPr bwMode="auto">
            <a:xfrm>
              <a:off x="7308304" y="4921126"/>
              <a:ext cx="1381742" cy="646331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2700" cap="flat" cmpd="sng" algn="ctr">
              <a:solidFill>
                <a:schemeClr val="accent2">
                  <a:lumMod val="20000"/>
                  <a:lumOff val="8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it-IT"/>
                <a:t>Laura</a:t>
              </a:r>
              <a:endParaRPr kumimoji="0" lang="it-IT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it-IT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</a:rPr>
                <a:t>Bianchi</a:t>
              </a:r>
            </a:p>
          </p:txBody>
        </p:sp>
        <p:cxnSp>
          <p:nvCxnSpPr>
            <p:cNvPr id="13" name="Connettore 1 12">
              <a:extLst>
                <a:ext uri="{FF2B5EF4-FFF2-40B4-BE49-F238E27FC236}">
                  <a16:creationId xmlns:a16="http://schemas.microsoft.com/office/drawing/2014/main" id="{BC5D2CEB-7430-D047-AA71-E42AD6B52417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6430616" y="5255818"/>
              <a:ext cx="877688" cy="0"/>
            </a:xfrm>
            <a:prstGeom prst="line">
              <a:avLst/>
            </a:prstGeom>
            <a:solidFill>
              <a:schemeClr val="accent1"/>
            </a:solidFill>
            <a:ln w="25400" cap="rnd" cmpd="sng" algn="ctr">
              <a:solidFill>
                <a:schemeClr val="tx1"/>
              </a:solidFill>
              <a:prstDash val="solid"/>
              <a:round/>
              <a:headEnd type="oval" w="med" len="med"/>
              <a:tailEnd type="triangle" w="med" len="med"/>
            </a:ln>
            <a:effectLst/>
          </p:spPr>
        </p:cxnSp>
      </p:grp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C0E71624-ACC5-0E1D-FB9D-B0510DE7AA88}"/>
              </a:ext>
            </a:extLst>
          </p:cNvPr>
          <p:cNvSpPr txBox="1"/>
          <p:nvPr/>
        </p:nvSpPr>
        <p:spPr>
          <a:xfrm>
            <a:off x="4206470" y="3858297"/>
            <a:ext cx="652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err="1"/>
              <a:t>Q</a:t>
            </a:r>
            <a:r>
              <a:rPr lang="it-IT"/>
              <a:t>=</a:t>
            </a:r>
            <a:r>
              <a:rPr lang="it-IT" err="1"/>
              <a:t>P</a:t>
            </a:r>
            <a:endParaRPr lang="it-IT"/>
          </a:p>
        </p:txBody>
      </p:sp>
      <p:grpSp>
        <p:nvGrpSpPr>
          <p:cNvPr id="16" name="Gruppo 15">
            <a:extLst>
              <a:ext uri="{FF2B5EF4-FFF2-40B4-BE49-F238E27FC236}">
                <a16:creationId xmlns:a16="http://schemas.microsoft.com/office/drawing/2014/main" id="{2B18C6C8-62AC-7CA5-A10A-73E248E7FC13}"/>
              </a:ext>
            </a:extLst>
          </p:cNvPr>
          <p:cNvGrpSpPr/>
          <p:nvPr/>
        </p:nvGrpSpPr>
        <p:grpSpPr>
          <a:xfrm>
            <a:off x="5123632" y="3223492"/>
            <a:ext cx="2905809" cy="646331"/>
            <a:chOff x="5784237" y="4921126"/>
            <a:chExt cx="2905809" cy="646331"/>
          </a:xfrm>
        </p:grpSpPr>
        <p:sp>
          <p:nvSpPr>
            <p:cNvPr id="17" name="Rettangolo 16">
              <a:extLst>
                <a:ext uri="{FF2B5EF4-FFF2-40B4-BE49-F238E27FC236}">
                  <a16:creationId xmlns:a16="http://schemas.microsoft.com/office/drawing/2014/main" id="{0A4456F5-B701-6C85-74F1-F7517C705452}"/>
                </a:ext>
              </a:extLst>
            </p:cNvPr>
            <p:cNvSpPr/>
            <p:nvPr/>
          </p:nvSpPr>
          <p:spPr bwMode="auto">
            <a:xfrm>
              <a:off x="6219531" y="5059625"/>
              <a:ext cx="441146" cy="369332"/>
            </a:xfrm>
            <a:prstGeom prst="rect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it-IT"/>
                <a:t>    </a:t>
              </a:r>
              <a:endParaRPr kumimoji="0" lang="it-IT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18" name="CasellaDiTesto 17">
              <a:extLst>
                <a:ext uri="{FF2B5EF4-FFF2-40B4-BE49-F238E27FC236}">
                  <a16:creationId xmlns:a16="http://schemas.microsoft.com/office/drawing/2014/main" id="{6F3C50B4-EA5B-A010-8B7D-C61963EFAEB0}"/>
                </a:ext>
              </a:extLst>
            </p:cNvPr>
            <p:cNvSpPr txBox="1"/>
            <p:nvPr/>
          </p:nvSpPr>
          <p:spPr>
            <a:xfrm>
              <a:off x="5784237" y="5041463"/>
              <a:ext cx="43204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err="1"/>
                <a:t>P</a:t>
              </a:r>
              <a:endParaRPr lang="it-IT"/>
            </a:p>
          </p:txBody>
        </p:sp>
        <p:sp>
          <p:nvSpPr>
            <p:cNvPr id="19" name="Rettangolo 18">
              <a:extLst>
                <a:ext uri="{FF2B5EF4-FFF2-40B4-BE49-F238E27FC236}">
                  <a16:creationId xmlns:a16="http://schemas.microsoft.com/office/drawing/2014/main" id="{BAD70F2E-01D3-9872-14B6-842B2B7C195B}"/>
                </a:ext>
              </a:extLst>
            </p:cNvPr>
            <p:cNvSpPr/>
            <p:nvPr/>
          </p:nvSpPr>
          <p:spPr bwMode="auto">
            <a:xfrm>
              <a:off x="7308304" y="4921126"/>
              <a:ext cx="1381742" cy="646331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2700" cap="flat" cmpd="sng" algn="ctr">
              <a:solidFill>
                <a:schemeClr val="accent2">
                  <a:lumMod val="20000"/>
                  <a:lumOff val="8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it-IT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</a:rPr>
                <a:t>Mario</a:t>
              </a:r>
            </a:p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it-IT"/>
                <a:t>Rossi</a:t>
              </a:r>
              <a:endParaRPr kumimoji="0" lang="it-IT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cxnSp>
          <p:nvCxnSpPr>
            <p:cNvPr id="20" name="Connettore 1 19">
              <a:extLst>
                <a:ext uri="{FF2B5EF4-FFF2-40B4-BE49-F238E27FC236}">
                  <a16:creationId xmlns:a16="http://schemas.microsoft.com/office/drawing/2014/main" id="{845DDAFF-E29D-33EB-F7B3-7CDEAD58A755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6430616" y="5255818"/>
              <a:ext cx="877688" cy="0"/>
            </a:xfrm>
            <a:prstGeom prst="line">
              <a:avLst/>
            </a:prstGeom>
            <a:solidFill>
              <a:schemeClr val="accent1"/>
            </a:solidFill>
            <a:ln w="25400" cap="rnd" cmpd="sng" algn="ctr">
              <a:solidFill>
                <a:schemeClr val="tx1"/>
              </a:solidFill>
              <a:prstDash val="solid"/>
              <a:round/>
              <a:headEnd type="oval" w="med" len="med"/>
              <a:tailEnd type="triangle" w="med" len="med"/>
            </a:ln>
            <a:effectLst/>
          </p:spPr>
        </p:cxnSp>
      </p:grpSp>
      <p:sp>
        <p:nvSpPr>
          <p:cNvPr id="22" name="Rettangolo 21">
            <a:extLst>
              <a:ext uri="{FF2B5EF4-FFF2-40B4-BE49-F238E27FC236}">
                <a16:creationId xmlns:a16="http://schemas.microsoft.com/office/drawing/2014/main" id="{D039BE14-22C6-8073-3529-29B9018E0E90}"/>
              </a:ext>
            </a:extLst>
          </p:cNvPr>
          <p:cNvSpPr/>
          <p:nvPr/>
        </p:nvSpPr>
        <p:spPr bwMode="auto">
          <a:xfrm>
            <a:off x="5564416" y="4204514"/>
            <a:ext cx="441146" cy="369332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it-IT"/>
              <a:t>    </a:t>
            </a:r>
            <a:endParaRPr kumimoji="0" lang="it-IT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23" name="CasellaDiTesto 22">
            <a:extLst>
              <a:ext uri="{FF2B5EF4-FFF2-40B4-BE49-F238E27FC236}">
                <a16:creationId xmlns:a16="http://schemas.microsoft.com/office/drawing/2014/main" id="{67716BBD-800A-8B2D-7D7D-ACC46C851B85}"/>
              </a:ext>
            </a:extLst>
          </p:cNvPr>
          <p:cNvSpPr txBox="1"/>
          <p:nvPr/>
        </p:nvSpPr>
        <p:spPr>
          <a:xfrm>
            <a:off x="5129122" y="4186352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/>
              <a:t>Q</a:t>
            </a:r>
          </a:p>
        </p:txBody>
      </p:sp>
      <p:sp>
        <p:nvSpPr>
          <p:cNvPr id="24" name="Rettangolo 23">
            <a:extLst>
              <a:ext uri="{FF2B5EF4-FFF2-40B4-BE49-F238E27FC236}">
                <a16:creationId xmlns:a16="http://schemas.microsoft.com/office/drawing/2014/main" id="{C0937A5A-9810-43F8-DBE8-0C06126D25E5}"/>
              </a:ext>
            </a:extLst>
          </p:cNvPr>
          <p:cNvSpPr/>
          <p:nvPr/>
        </p:nvSpPr>
        <p:spPr bwMode="auto">
          <a:xfrm>
            <a:off x="6653189" y="4066015"/>
            <a:ext cx="1381742" cy="64633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 cap="flat" cmpd="sng" algn="ctr">
            <a:solidFill>
              <a:schemeClr val="accent2">
                <a:lumMod val="20000"/>
                <a:lumOff val="8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it-IT"/>
              <a:t>Laura</a:t>
            </a:r>
            <a:endParaRPr kumimoji="0" lang="it-IT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t-IT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rPr>
              <a:t>Bianchi</a:t>
            </a:r>
          </a:p>
        </p:txBody>
      </p:sp>
      <p:cxnSp>
        <p:nvCxnSpPr>
          <p:cNvPr id="25" name="Connettore 1 24">
            <a:extLst>
              <a:ext uri="{FF2B5EF4-FFF2-40B4-BE49-F238E27FC236}">
                <a16:creationId xmlns:a16="http://schemas.microsoft.com/office/drawing/2014/main" id="{A65FAEE3-91C8-E482-9A95-9C3E41234326}"/>
              </a:ext>
            </a:extLst>
          </p:cNvPr>
          <p:cNvCxnSpPr>
            <a:cxnSpLocks/>
          </p:cNvCxnSpPr>
          <p:nvPr/>
        </p:nvCxnSpPr>
        <p:spPr bwMode="auto">
          <a:xfrm flipV="1">
            <a:off x="5775501" y="3701635"/>
            <a:ext cx="872198" cy="699072"/>
          </a:xfrm>
          <a:prstGeom prst="line">
            <a:avLst/>
          </a:prstGeom>
          <a:solidFill>
            <a:schemeClr val="accent1"/>
          </a:solidFill>
          <a:ln w="25400" cap="rnd" cmpd="sng" algn="ctr">
            <a:solidFill>
              <a:schemeClr val="tx1"/>
            </a:solidFill>
            <a:prstDash val="solid"/>
            <a:round/>
            <a:headEnd type="oval" w="med" len="med"/>
            <a:tailEnd type="triangle" w="med" len="med"/>
          </a:ln>
          <a:effectLst/>
        </p:spPr>
      </p:cxnSp>
      <p:sp>
        <p:nvSpPr>
          <p:cNvPr id="27" name="Segnaposto contenuto 2">
            <a:extLst>
              <a:ext uri="{FF2B5EF4-FFF2-40B4-BE49-F238E27FC236}">
                <a16:creationId xmlns:a16="http://schemas.microsoft.com/office/drawing/2014/main" id="{5F03A329-685F-11C2-3F7F-18A211F4288F}"/>
              </a:ext>
            </a:extLst>
          </p:cNvPr>
          <p:cNvSpPr txBox="1">
            <a:spLocks/>
          </p:cNvSpPr>
          <p:nvPr/>
        </p:nvSpPr>
        <p:spPr bwMode="auto">
          <a:xfrm>
            <a:off x="418041" y="5035511"/>
            <a:ext cx="8229600" cy="15309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itchFamily="2" charset="2"/>
              <a:buChar char="l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2150" indent="-3476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l"/>
              <a:defRPr sz="2600">
                <a:solidFill>
                  <a:schemeClr val="tx1"/>
                </a:solidFill>
                <a:latin typeface="+mn-lt"/>
              </a:defRPr>
            </a:lvl2pPr>
            <a:lvl3pPr marL="987425" indent="-2936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l"/>
              <a:defRPr sz="2300">
                <a:solidFill>
                  <a:schemeClr val="tx1"/>
                </a:solidFill>
                <a:latin typeface="+mn-lt"/>
              </a:defRPr>
            </a:lvl3pPr>
            <a:lvl4pPr marL="1281113" indent="-2921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4pPr>
            <a:lvl5pPr marL="1598613" indent="-3159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0558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5130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29702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4274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it-IT" sz="2400" kern="0"/>
              <a:t>Come arrivo più a Laura Bianchi? Questo oggetto è «orfano»….. E quindi non è più utilizzabile!!!! Ma occupa un’area di memoria….</a:t>
            </a:r>
          </a:p>
          <a:p>
            <a:endParaRPr lang="it-IT" sz="2400" kern="0"/>
          </a:p>
        </p:txBody>
      </p:sp>
    </p:spTree>
    <p:extLst>
      <p:ext uri="{BB962C8B-B14F-4D97-AF65-F5344CB8AC3E}">
        <p14:creationId xmlns:p14="http://schemas.microsoft.com/office/powerpoint/2010/main" val="32459076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3C321F4-C931-B9C6-7937-9E8527CC11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243408"/>
            <a:ext cx="7543800" cy="1295400"/>
          </a:xfrm>
        </p:spPr>
        <p:txBody>
          <a:bodyPr/>
          <a:lstStyle/>
          <a:p>
            <a:r>
              <a:rPr lang="it-IT"/>
              <a:t>Riferimenti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B8DAD96-CE35-D424-4964-12B2D46731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23169"/>
            <a:ext cx="8229600" cy="4411662"/>
          </a:xfrm>
        </p:spPr>
        <p:txBody>
          <a:bodyPr/>
          <a:lstStyle/>
          <a:p>
            <a:r>
              <a:rPr lang="it-IT" sz="2800"/>
              <a:t>Un oggetto non più utilizzabile è </a:t>
            </a:r>
            <a:r>
              <a:rPr lang="it-IT" sz="2800" i="1" err="1">
                <a:effectLst/>
                <a:latin typeface="Helvetica" pitchFamily="2" charset="0"/>
              </a:rPr>
              <a:t>garbage</a:t>
            </a:r>
            <a:r>
              <a:rPr lang="it-IT" sz="2800" i="1">
                <a:effectLst/>
                <a:latin typeface="Helvetica" pitchFamily="2" charset="0"/>
              </a:rPr>
              <a:t>, (spazzatura)</a:t>
            </a:r>
          </a:p>
          <a:p>
            <a:r>
              <a:rPr lang="it-IT" sz="2800" i="1">
                <a:effectLst/>
                <a:latin typeface="Helvetica" pitchFamily="2" charset="0"/>
              </a:rPr>
              <a:t>Il linguaggio Java (come molti linguaggi moderni) prevede un</a:t>
            </a:r>
            <a:r>
              <a:rPr lang="it-IT" sz="2800">
                <a:latin typeface="Helvetica" pitchFamily="2" charset="0"/>
              </a:rPr>
              <a:t> </a:t>
            </a:r>
            <a:r>
              <a:rPr lang="it-IT" sz="2800" i="1">
                <a:effectLst/>
                <a:latin typeface="Helvetica" pitchFamily="2" charset="0"/>
              </a:rPr>
              <a:t>meccanismo di rimozione degli oggetti privi di riferimenti detto</a:t>
            </a:r>
            <a:r>
              <a:rPr lang="it-IT" sz="2800">
                <a:latin typeface="Helvetica" pitchFamily="2" charset="0"/>
              </a:rPr>
              <a:t> </a:t>
            </a:r>
            <a:r>
              <a:rPr lang="it-IT" sz="2800" i="1">
                <a:solidFill>
                  <a:srgbClr val="FF0000"/>
                </a:solidFill>
                <a:effectLst/>
                <a:latin typeface="Helvetica" pitchFamily="2" charset="0"/>
              </a:rPr>
              <a:t>Garbage </a:t>
            </a:r>
            <a:r>
              <a:rPr lang="it-IT" sz="2800" i="1" err="1">
                <a:solidFill>
                  <a:srgbClr val="FF0000"/>
                </a:solidFill>
                <a:effectLst/>
                <a:latin typeface="Helvetica" pitchFamily="2" charset="0"/>
              </a:rPr>
              <a:t>Collector</a:t>
            </a:r>
            <a:endParaRPr lang="it-IT" sz="2800">
              <a:solidFill>
                <a:srgbClr val="FF0000"/>
              </a:solidFill>
              <a:effectLst/>
              <a:latin typeface="Helvetica" pitchFamily="2" charset="0"/>
            </a:endParaRPr>
          </a:p>
          <a:p>
            <a:r>
              <a:rPr lang="it-IT" sz="2800" i="1">
                <a:effectLst/>
                <a:latin typeface="Helvetica" pitchFamily="2" charset="0"/>
              </a:rPr>
              <a:t>Il </a:t>
            </a:r>
            <a:r>
              <a:rPr lang="it-IT" sz="2800" i="1" err="1">
                <a:effectLst/>
                <a:latin typeface="Helvetica" pitchFamily="2" charset="0"/>
              </a:rPr>
              <a:t>garbage</a:t>
            </a:r>
            <a:r>
              <a:rPr lang="it-IT" sz="2800" i="1">
                <a:effectLst/>
                <a:latin typeface="Helvetica" pitchFamily="2" charset="0"/>
              </a:rPr>
              <a:t> </a:t>
            </a:r>
            <a:r>
              <a:rPr lang="it-IT" sz="2800" i="1" err="1">
                <a:effectLst/>
                <a:latin typeface="Helvetica" pitchFamily="2" charset="0"/>
              </a:rPr>
              <a:t>collector</a:t>
            </a:r>
            <a:r>
              <a:rPr lang="it-IT" sz="2800" i="1">
                <a:effectLst/>
                <a:latin typeface="Helvetica" pitchFamily="2" charset="0"/>
              </a:rPr>
              <a:t> viene eseguito </a:t>
            </a:r>
            <a:r>
              <a:rPr lang="it-IT" sz="2800" i="1">
                <a:solidFill>
                  <a:srgbClr val="FF0000"/>
                </a:solidFill>
                <a:effectLst/>
                <a:latin typeface="Helvetica" pitchFamily="2" charset="0"/>
              </a:rPr>
              <a:t>periodicamente </a:t>
            </a:r>
            <a:r>
              <a:rPr lang="it-IT" sz="2800" i="1">
                <a:effectLst/>
                <a:latin typeface="Helvetica" pitchFamily="2" charset="0"/>
              </a:rPr>
              <a:t>dalla Java Virtual</a:t>
            </a:r>
            <a:r>
              <a:rPr lang="it-IT" sz="2800">
                <a:latin typeface="Helvetica" pitchFamily="2" charset="0"/>
              </a:rPr>
              <a:t> </a:t>
            </a:r>
            <a:r>
              <a:rPr lang="it-IT" sz="2800" i="1">
                <a:effectLst/>
                <a:latin typeface="Helvetica" pitchFamily="2" charset="0"/>
              </a:rPr>
              <a:t>Machine. </a:t>
            </a:r>
            <a:r>
              <a:rPr lang="it-IT" sz="2800" i="1">
                <a:latin typeface="Helvetica" pitchFamily="2" charset="0"/>
              </a:rPr>
              <a:t>I</a:t>
            </a:r>
            <a:r>
              <a:rPr lang="it-IT" sz="2800" i="1">
                <a:effectLst/>
                <a:latin typeface="Helvetica" pitchFamily="2" charset="0"/>
              </a:rPr>
              <a:t>nterrompe per un attimo l'esecuzione del programma e</a:t>
            </a:r>
            <a:r>
              <a:rPr lang="it-IT" sz="2800">
                <a:latin typeface="Helvetica" pitchFamily="2" charset="0"/>
              </a:rPr>
              <a:t> </a:t>
            </a:r>
            <a:r>
              <a:rPr lang="it-IT" sz="2800" i="1">
                <a:effectLst/>
                <a:latin typeface="Helvetica" pitchFamily="2" charset="0"/>
              </a:rPr>
              <a:t>pulisce la memoria dagli oggetti privi di riferimenti</a:t>
            </a:r>
            <a:endParaRPr lang="it-IT" sz="2800">
              <a:effectLst/>
              <a:latin typeface="Helvetica" pitchFamily="2" charset="0"/>
            </a:endParaRPr>
          </a:p>
          <a:p>
            <a:endParaRPr lang="it-IT">
              <a:effectLst/>
              <a:latin typeface="Helvetica" pitchFamily="2" charset="0"/>
            </a:endParaRPr>
          </a:p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049557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80CE9054-23C6-5D8F-ECC9-E6D44F39E5A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9552" y="0"/>
            <a:ext cx="7016750" cy="950912"/>
          </a:xfrm>
        </p:spPr>
        <p:txBody>
          <a:bodyPr/>
          <a:lstStyle/>
          <a:p>
            <a:pPr eaLnBrk="1" hangingPunct="1"/>
            <a:r>
              <a:rPr lang="it-IT" altLang="it-IT"/>
              <a:t>Esempio-Esercizio</a:t>
            </a:r>
          </a:p>
        </p:txBody>
      </p:sp>
      <p:sp>
        <p:nvSpPr>
          <p:cNvPr id="132099" name="Text Box 3">
            <a:extLst>
              <a:ext uri="{FF2B5EF4-FFF2-40B4-BE49-F238E27FC236}">
                <a16:creationId xmlns:a16="http://schemas.microsoft.com/office/drawing/2014/main" id="{6E78EFE6-C595-835B-6DA8-4D5658D978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760" y="1268760"/>
            <a:ext cx="8892480" cy="4862870"/>
          </a:xfrm>
          <a:prstGeom prst="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it-IT" altLang="it-IT">
                <a:solidFill>
                  <a:srgbClr val="008000"/>
                </a:solidFill>
                <a:latin typeface="Courier" pitchFamily="2" charset="0"/>
              </a:rPr>
              <a:t>// RIFERIMENTI AD OGGETTI E </a:t>
            </a:r>
            <a:endParaRPr lang="it-IT" altLang="it-IT">
              <a:solidFill>
                <a:srgbClr val="000000"/>
              </a:solidFill>
              <a:latin typeface="Courier" pitchFamily="2" charset="0"/>
            </a:endParaRPr>
          </a:p>
          <a:p>
            <a:r>
              <a:rPr lang="it-IT" altLang="it-IT">
                <a:solidFill>
                  <a:srgbClr val="008000"/>
                </a:solidFill>
                <a:latin typeface="Courier" pitchFamily="2" charset="0"/>
              </a:rPr>
              <a:t>// CONFRONTO</a:t>
            </a:r>
            <a:endParaRPr lang="it-IT" altLang="it-IT">
              <a:solidFill>
                <a:srgbClr val="000000"/>
              </a:solidFill>
              <a:latin typeface="Courier" pitchFamily="2" charset="0"/>
            </a:endParaRPr>
          </a:p>
          <a:p>
            <a:r>
              <a:rPr lang="it-IT" altLang="it-IT">
                <a:solidFill>
                  <a:srgbClr val="0000C0"/>
                </a:solidFill>
                <a:latin typeface="Courier" pitchFamily="2" charset="0"/>
              </a:rPr>
              <a:t>class</a:t>
            </a:r>
            <a:r>
              <a:rPr lang="it-IT" altLang="it-IT">
                <a:solidFill>
                  <a:srgbClr val="000000"/>
                </a:solidFill>
                <a:latin typeface="Courier" pitchFamily="2" charset="0"/>
              </a:rPr>
              <a:t> Prova {</a:t>
            </a:r>
          </a:p>
          <a:p>
            <a:r>
              <a:rPr lang="it-IT" altLang="it-IT">
                <a:solidFill>
                  <a:srgbClr val="0000C0"/>
                </a:solidFill>
                <a:latin typeface="Courier" pitchFamily="2" charset="0"/>
              </a:rPr>
              <a:t> public</a:t>
            </a:r>
            <a:r>
              <a:rPr lang="it-IT" altLang="it-IT">
                <a:solidFill>
                  <a:srgbClr val="000000"/>
                </a:solidFill>
                <a:latin typeface="Courier" pitchFamily="2" charset="0"/>
              </a:rPr>
              <a:t> </a:t>
            </a:r>
            <a:r>
              <a:rPr lang="it-IT" altLang="it-IT" err="1">
                <a:solidFill>
                  <a:srgbClr val="0000C0"/>
                </a:solidFill>
                <a:latin typeface="Courier" pitchFamily="2" charset="0"/>
              </a:rPr>
              <a:t>static</a:t>
            </a:r>
            <a:r>
              <a:rPr lang="it-IT" altLang="it-IT">
                <a:solidFill>
                  <a:srgbClr val="000000"/>
                </a:solidFill>
                <a:latin typeface="Courier" pitchFamily="2" charset="0"/>
              </a:rPr>
              <a:t> </a:t>
            </a:r>
            <a:r>
              <a:rPr lang="it-IT" altLang="it-IT" err="1">
                <a:solidFill>
                  <a:srgbClr val="C00000"/>
                </a:solidFill>
                <a:latin typeface="Courier" pitchFamily="2" charset="0"/>
              </a:rPr>
              <a:t>void</a:t>
            </a:r>
            <a:r>
              <a:rPr lang="it-IT" altLang="it-IT">
                <a:solidFill>
                  <a:srgbClr val="000000"/>
                </a:solidFill>
                <a:latin typeface="Courier" pitchFamily="2" charset="0"/>
              </a:rPr>
              <a:t> </a:t>
            </a:r>
            <a:r>
              <a:rPr lang="it-IT" altLang="it-IT" err="1">
                <a:solidFill>
                  <a:srgbClr val="000000"/>
                </a:solidFill>
                <a:latin typeface="Courier" pitchFamily="2" charset="0"/>
              </a:rPr>
              <a:t>main</a:t>
            </a:r>
            <a:r>
              <a:rPr lang="it-IT" altLang="it-IT">
                <a:solidFill>
                  <a:srgbClr val="000000"/>
                </a:solidFill>
                <a:latin typeface="Courier" pitchFamily="2" charset="0"/>
              </a:rPr>
              <a:t>(</a:t>
            </a:r>
            <a:r>
              <a:rPr lang="it-IT" altLang="it-IT" err="1">
                <a:solidFill>
                  <a:srgbClr val="000000"/>
                </a:solidFill>
                <a:latin typeface="Courier" pitchFamily="2" charset="0"/>
              </a:rPr>
              <a:t>String</a:t>
            </a:r>
            <a:r>
              <a:rPr lang="it-IT" altLang="it-IT">
                <a:solidFill>
                  <a:srgbClr val="000000"/>
                </a:solidFill>
                <a:latin typeface="Courier" pitchFamily="2" charset="0"/>
              </a:rPr>
              <a:t> </a:t>
            </a:r>
            <a:r>
              <a:rPr lang="it-IT" altLang="it-IT" err="1">
                <a:solidFill>
                  <a:srgbClr val="000000"/>
                </a:solidFill>
                <a:latin typeface="Courier" pitchFamily="2" charset="0"/>
              </a:rPr>
              <a:t>args</a:t>
            </a:r>
            <a:r>
              <a:rPr lang="it-IT" altLang="it-IT">
                <a:solidFill>
                  <a:srgbClr val="000000"/>
                </a:solidFill>
                <a:latin typeface="Courier" pitchFamily="2" charset="0"/>
              </a:rPr>
              <a:t>[]) {</a:t>
            </a:r>
          </a:p>
          <a:p>
            <a:r>
              <a:rPr lang="it-IT" altLang="it-IT">
                <a:solidFill>
                  <a:srgbClr val="000000"/>
                </a:solidFill>
                <a:latin typeface="Courier" pitchFamily="2" charset="0"/>
              </a:rPr>
              <a:t>	</a:t>
            </a:r>
            <a:r>
              <a:rPr lang="it-IT" altLang="it-IT" err="1">
                <a:solidFill>
                  <a:srgbClr val="000000"/>
                </a:solidFill>
                <a:latin typeface="Courier" pitchFamily="2" charset="0"/>
              </a:rPr>
              <a:t>String</a:t>
            </a:r>
            <a:r>
              <a:rPr lang="it-IT" altLang="it-IT">
                <a:solidFill>
                  <a:srgbClr val="000000"/>
                </a:solidFill>
                <a:latin typeface="Courier" pitchFamily="2" charset="0"/>
              </a:rPr>
              <a:t> str1, str2;</a:t>
            </a:r>
          </a:p>
          <a:p>
            <a:r>
              <a:rPr lang="it-IT" altLang="it-IT">
                <a:solidFill>
                  <a:srgbClr val="000000"/>
                </a:solidFill>
                <a:latin typeface="Courier" pitchFamily="2" charset="0"/>
              </a:rPr>
              <a:t>	str1= </a:t>
            </a:r>
            <a:r>
              <a:rPr lang="it-IT" altLang="it-IT">
                <a:solidFill>
                  <a:srgbClr val="0000C0"/>
                </a:solidFill>
                <a:latin typeface="Courier" pitchFamily="2" charset="0"/>
              </a:rPr>
              <a:t>new</a:t>
            </a:r>
            <a:r>
              <a:rPr lang="it-IT" altLang="it-IT">
                <a:solidFill>
                  <a:srgbClr val="000000"/>
                </a:solidFill>
                <a:latin typeface="Courier" pitchFamily="2" charset="0"/>
              </a:rPr>
              <a:t> </a:t>
            </a:r>
            <a:r>
              <a:rPr lang="it-IT" altLang="it-IT" err="1">
                <a:solidFill>
                  <a:srgbClr val="000000"/>
                </a:solidFill>
                <a:latin typeface="Courier" pitchFamily="2" charset="0"/>
              </a:rPr>
              <a:t>String</a:t>
            </a:r>
            <a:r>
              <a:rPr lang="it-IT" altLang="it-IT">
                <a:solidFill>
                  <a:srgbClr val="000000"/>
                </a:solidFill>
                <a:latin typeface="Courier" pitchFamily="2" charset="0"/>
              </a:rPr>
              <a:t>(</a:t>
            </a:r>
            <a:r>
              <a:rPr lang="it-IT" altLang="it-IT">
                <a:solidFill>
                  <a:srgbClr val="C10000"/>
                </a:solidFill>
                <a:latin typeface="Courier" pitchFamily="2" charset="0"/>
              </a:rPr>
              <a:t>"JAVA"</a:t>
            </a:r>
            <a:r>
              <a:rPr lang="it-IT" altLang="it-IT">
                <a:solidFill>
                  <a:srgbClr val="000000"/>
                </a:solidFill>
                <a:latin typeface="Courier" pitchFamily="2" charset="0"/>
              </a:rPr>
              <a:t>);</a:t>
            </a:r>
          </a:p>
          <a:p>
            <a:r>
              <a:rPr lang="it-IT" altLang="it-IT">
                <a:solidFill>
                  <a:srgbClr val="000000"/>
                </a:solidFill>
                <a:latin typeface="Courier" pitchFamily="2" charset="0"/>
              </a:rPr>
              <a:t>	//str2=str1;</a:t>
            </a:r>
          </a:p>
          <a:p>
            <a:endParaRPr lang="it-IT" altLang="it-IT">
              <a:solidFill>
                <a:srgbClr val="000000"/>
              </a:solidFill>
              <a:latin typeface="Courier" pitchFamily="2" charset="0"/>
            </a:endParaRPr>
          </a:p>
          <a:p>
            <a:r>
              <a:rPr lang="it-IT" altLang="it-IT">
                <a:solidFill>
                  <a:srgbClr val="000000"/>
                </a:solidFill>
                <a:latin typeface="Courier" pitchFamily="2" charset="0"/>
              </a:rPr>
              <a:t>	</a:t>
            </a:r>
            <a:r>
              <a:rPr lang="it-IT" altLang="it-IT">
                <a:solidFill>
                  <a:srgbClr val="008000"/>
                </a:solidFill>
                <a:latin typeface="Courier" pitchFamily="2" charset="0"/>
              </a:rPr>
              <a:t>// Qual </a:t>
            </a:r>
            <a:r>
              <a:rPr lang="it-IT" altLang="it-IT" err="1">
                <a:solidFill>
                  <a:srgbClr val="008000"/>
                </a:solidFill>
                <a:latin typeface="Courier" pitchFamily="2" charset="0"/>
              </a:rPr>
              <a:t>e'</a:t>
            </a:r>
            <a:r>
              <a:rPr lang="it-IT" altLang="it-IT">
                <a:solidFill>
                  <a:srgbClr val="008000"/>
                </a:solidFill>
                <a:latin typeface="Courier" pitchFamily="2" charset="0"/>
              </a:rPr>
              <a:t> l'output se sostituiamo la seguente</a:t>
            </a:r>
            <a:endParaRPr lang="it-IT" altLang="it-IT">
              <a:solidFill>
                <a:srgbClr val="000000"/>
              </a:solidFill>
              <a:latin typeface="Courier" pitchFamily="2" charset="0"/>
            </a:endParaRPr>
          </a:p>
          <a:p>
            <a:r>
              <a:rPr lang="it-IT" altLang="it-IT">
                <a:solidFill>
                  <a:srgbClr val="000000"/>
                </a:solidFill>
                <a:latin typeface="Courier" pitchFamily="2" charset="0"/>
              </a:rPr>
              <a:t>	</a:t>
            </a:r>
            <a:r>
              <a:rPr lang="it-IT" altLang="it-IT">
                <a:solidFill>
                  <a:srgbClr val="008000"/>
                </a:solidFill>
                <a:latin typeface="Courier" pitchFamily="2" charset="0"/>
              </a:rPr>
              <a:t>// linea con la precedente ?</a:t>
            </a:r>
            <a:endParaRPr lang="it-IT" altLang="it-IT">
              <a:solidFill>
                <a:srgbClr val="000000"/>
              </a:solidFill>
              <a:latin typeface="Courier" pitchFamily="2" charset="0"/>
            </a:endParaRPr>
          </a:p>
          <a:p>
            <a:r>
              <a:rPr lang="it-IT" altLang="it-IT">
                <a:solidFill>
                  <a:srgbClr val="000000"/>
                </a:solidFill>
                <a:latin typeface="Courier" pitchFamily="2" charset="0"/>
              </a:rPr>
              <a:t>	</a:t>
            </a:r>
            <a:r>
              <a:rPr lang="it-IT" altLang="it-IT">
                <a:solidFill>
                  <a:srgbClr val="008000"/>
                </a:solidFill>
                <a:latin typeface="Courier" pitchFamily="2" charset="0"/>
              </a:rPr>
              <a:t>str2=new </a:t>
            </a:r>
            <a:r>
              <a:rPr lang="it-IT" altLang="it-IT" err="1">
                <a:solidFill>
                  <a:srgbClr val="008000"/>
                </a:solidFill>
                <a:latin typeface="Courier" pitchFamily="2" charset="0"/>
              </a:rPr>
              <a:t>String</a:t>
            </a:r>
            <a:r>
              <a:rPr lang="it-IT" altLang="it-IT">
                <a:solidFill>
                  <a:srgbClr val="008000"/>
                </a:solidFill>
                <a:latin typeface="Courier" pitchFamily="2" charset="0"/>
              </a:rPr>
              <a:t>("JAVA");</a:t>
            </a:r>
            <a:endParaRPr lang="it-IT" altLang="it-IT">
              <a:solidFill>
                <a:srgbClr val="000000"/>
              </a:solidFill>
              <a:latin typeface="Courier" pitchFamily="2" charset="0"/>
            </a:endParaRPr>
          </a:p>
          <a:p>
            <a:r>
              <a:rPr lang="it-IT" altLang="it-IT">
                <a:solidFill>
                  <a:srgbClr val="000000"/>
                </a:solidFill>
                <a:latin typeface="Courier" pitchFamily="2" charset="0"/>
              </a:rPr>
              <a:t>		</a:t>
            </a:r>
          </a:p>
          <a:p>
            <a:r>
              <a:rPr lang="it-IT" altLang="it-IT">
                <a:solidFill>
                  <a:srgbClr val="000000"/>
                </a:solidFill>
                <a:latin typeface="Courier" pitchFamily="2" charset="0"/>
              </a:rPr>
              <a:t>	</a:t>
            </a:r>
            <a:r>
              <a:rPr lang="it-IT" altLang="it-IT" err="1">
                <a:solidFill>
                  <a:srgbClr val="000000"/>
                </a:solidFill>
                <a:latin typeface="Courier" pitchFamily="2" charset="0"/>
              </a:rPr>
              <a:t>System.out.println</a:t>
            </a:r>
            <a:r>
              <a:rPr lang="it-IT" altLang="it-IT">
                <a:solidFill>
                  <a:srgbClr val="000000"/>
                </a:solidFill>
                <a:latin typeface="Courier" pitchFamily="2" charset="0"/>
              </a:rPr>
              <a:t>(</a:t>
            </a:r>
            <a:r>
              <a:rPr lang="it-IT" altLang="it-IT">
                <a:solidFill>
                  <a:srgbClr val="C10000"/>
                </a:solidFill>
                <a:latin typeface="Courier" pitchFamily="2" charset="0"/>
              </a:rPr>
              <a:t>"Stesso valore ?"</a:t>
            </a:r>
            <a:r>
              <a:rPr lang="it-IT" altLang="it-IT">
                <a:solidFill>
                  <a:srgbClr val="000000"/>
                </a:solidFill>
                <a:latin typeface="Courier" pitchFamily="2" charset="0"/>
              </a:rPr>
              <a:t>+str1.equals(str2));</a:t>
            </a:r>
          </a:p>
          <a:p>
            <a:r>
              <a:rPr lang="it-IT" altLang="it-IT">
                <a:solidFill>
                  <a:srgbClr val="000000"/>
                </a:solidFill>
                <a:latin typeface="Courier" pitchFamily="2" charset="0"/>
              </a:rPr>
              <a:t>	</a:t>
            </a:r>
            <a:r>
              <a:rPr lang="it-IT" altLang="it-IT" err="1">
                <a:solidFill>
                  <a:srgbClr val="000000"/>
                </a:solidFill>
                <a:latin typeface="Courier" pitchFamily="2" charset="0"/>
              </a:rPr>
              <a:t>System.out.println</a:t>
            </a:r>
            <a:r>
              <a:rPr lang="it-IT" altLang="it-IT">
                <a:solidFill>
                  <a:srgbClr val="000000"/>
                </a:solidFill>
                <a:latin typeface="Courier" pitchFamily="2" charset="0"/>
              </a:rPr>
              <a:t>(</a:t>
            </a:r>
            <a:r>
              <a:rPr lang="it-IT" altLang="it-IT">
                <a:solidFill>
                  <a:srgbClr val="C10000"/>
                </a:solidFill>
                <a:latin typeface="Courier" pitchFamily="2" charset="0"/>
              </a:rPr>
              <a:t>"Stesso oggetto ?"</a:t>
            </a:r>
            <a:r>
              <a:rPr lang="it-IT" altLang="it-IT">
                <a:solidFill>
                  <a:srgbClr val="000000"/>
                </a:solidFill>
                <a:latin typeface="Courier" pitchFamily="2" charset="0"/>
              </a:rPr>
              <a:t>+(str1==str2));</a:t>
            </a:r>
          </a:p>
          <a:p>
            <a:r>
              <a:rPr lang="it-IT" altLang="it-IT">
                <a:solidFill>
                  <a:srgbClr val="000000"/>
                </a:solidFill>
                <a:latin typeface="Courier" pitchFamily="2" charset="0"/>
              </a:rPr>
              <a:t>  }</a:t>
            </a:r>
          </a:p>
          <a:p>
            <a:r>
              <a:rPr lang="it-IT" altLang="it-IT">
                <a:latin typeface="Courier" pitchFamily="2" charset="0"/>
              </a:rPr>
              <a:t>}</a:t>
            </a:r>
          </a:p>
          <a:p>
            <a:endParaRPr lang="it-IT" altLang="it-IT" sz="2200">
              <a:latin typeface="Verdan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32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132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132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132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132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000"/>
                                        <p:tgtEl>
                                          <p:spTgt spid="1320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000"/>
                                        <p:tgtEl>
                                          <p:spTgt spid="1320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000"/>
                                        <p:tgtEl>
                                          <p:spTgt spid="1320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1320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9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2000"/>
                                        <p:tgtEl>
                                          <p:spTgt spid="13209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9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000"/>
                                        <p:tgtEl>
                                          <p:spTgt spid="13209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9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2000"/>
                                        <p:tgtEl>
                                          <p:spTgt spid="13209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9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2000"/>
                                        <p:tgtEl>
                                          <p:spTgt spid="13209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99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000"/>
                                        <p:tgtEl>
                                          <p:spTgt spid="132099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99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2000"/>
                                        <p:tgtEl>
                                          <p:spTgt spid="132099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BFAE01F-FE71-8996-8FD9-89B9776E1B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536" y="-387424"/>
            <a:ext cx="7543800" cy="1295400"/>
          </a:xfrm>
        </p:spPr>
        <p:txBody>
          <a:bodyPr/>
          <a:lstStyle/>
          <a:p>
            <a:r>
              <a:rPr lang="it-IT"/>
              <a:t>Riferimento </a:t>
            </a:r>
            <a:r>
              <a:rPr lang="it-IT" i="1" err="1">
                <a:solidFill>
                  <a:srgbClr val="FF0000"/>
                </a:solidFill>
              </a:rPr>
              <a:t>null</a:t>
            </a:r>
            <a:endParaRPr lang="it-IT" i="1">
              <a:solidFill>
                <a:srgbClr val="FF0000"/>
              </a:solidFill>
            </a:endParaRP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10EA2C3-0C4E-AEB2-4039-BA1D5F3064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536" y="1052736"/>
            <a:ext cx="8229600" cy="5616624"/>
          </a:xfrm>
        </p:spPr>
        <p:txBody>
          <a:bodyPr>
            <a:normAutofit/>
          </a:bodyPr>
          <a:lstStyle/>
          <a:p>
            <a:r>
              <a:rPr lang="it-IT" sz="2400">
                <a:effectLst/>
                <a:latin typeface="Arial" panose="020B0604020202020204" pitchFamily="34" charset="0"/>
              </a:rPr>
              <a:t>Un riferimento potrebbe anche non riferire alcun oggetto. Si utilizza un valore speciale, indicato dalla parola riservata </a:t>
            </a:r>
            <a:r>
              <a:rPr lang="it-IT" sz="2400" b="1" err="1">
                <a:effectLst/>
                <a:latin typeface="Courier New" panose="02070309020205020404" pitchFamily="49" charset="0"/>
              </a:rPr>
              <a:t>null</a:t>
            </a:r>
            <a:r>
              <a:rPr lang="it-IT" sz="2400">
                <a:effectLst/>
                <a:latin typeface="Arial" panose="020B0604020202020204" pitchFamily="34" charset="0"/>
              </a:rPr>
              <a:t>.</a:t>
            </a:r>
          </a:p>
          <a:p>
            <a:r>
              <a:rPr lang="it-IT" sz="2400" b="1" err="1">
                <a:latin typeface="Courier New" panose="02070309020205020404" pitchFamily="49" charset="0"/>
              </a:rPr>
              <a:t>n</a:t>
            </a:r>
            <a:r>
              <a:rPr lang="it-IT" sz="2400" b="1" err="1">
                <a:effectLst/>
                <a:latin typeface="Courier New" panose="02070309020205020404" pitchFamily="49" charset="0"/>
              </a:rPr>
              <a:t>ull</a:t>
            </a:r>
            <a:r>
              <a:rPr lang="it-IT" sz="2400" b="1">
                <a:effectLst/>
                <a:latin typeface="Courier New" panose="02070309020205020404" pitchFamily="49" charset="0"/>
              </a:rPr>
              <a:t> </a:t>
            </a:r>
            <a:r>
              <a:rPr lang="it-IT" sz="2400">
                <a:effectLst/>
                <a:latin typeface="Arial" panose="020B0604020202020204" pitchFamily="34" charset="0"/>
              </a:rPr>
              <a:t>non vale -1: il suo valore non importa!</a:t>
            </a:r>
          </a:p>
          <a:p>
            <a:r>
              <a:rPr lang="it-IT" sz="2400">
                <a:effectLst/>
                <a:latin typeface="Arial" panose="020B0604020202020204" pitchFamily="34" charset="0"/>
              </a:rPr>
              <a:t>Questo valore non rappresenta alcun oggetto, ed è il valore di inizializzazione di default per le variabili riferimento.</a:t>
            </a:r>
          </a:p>
          <a:p>
            <a:r>
              <a:rPr lang="it-IT" sz="240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Assegnare il valore </a:t>
            </a:r>
            <a:r>
              <a:rPr lang="it-IT" sz="2400" b="1" err="1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null</a:t>
            </a:r>
            <a:r>
              <a:rPr lang="it-IT" sz="2400" b="1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it-IT" sz="240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a un riferimento significa rilasciare l’oggetto corrispondente </a:t>
            </a:r>
            <a:r>
              <a:rPr lang="it-IT" sz="2400">
                <a:effectLst/>
                <a:latin typeface="Arial" panose="020B0604020202020204" pitchFamily="34" charset="0"/>
              </a:rPr>
              <a:t>(interviene il </a:t>
            </a:r>
            <a:r>
              <a:rPr lang="it-IT" sz="2400" i="1" err="1">
                <a:effectLst/>
                <a:latin typeface="Arial" panose="020B0604020202020204" pitchFamily="34" charset="0"/>
              </a:rPr>
              <a:t>garbage</a:t>
            </a:r>
            <a:r>
              <a:rPr lang="it-IT" sz="2400" i="1">
                <a:effectLst/>
                <a:latin typeface="Arial" panose="020B0604020202020204" pitchFamily="34" charset="0"/>
              </a:rPr>
              <a:t> </a:t>
            </a:r>
            <a:r>
              <a:rPr lang="it-IT" sz="2400" i="1" err="1">
                <a:effectLst/>
                <a:latin typeface="Arial" panose="020B0604020202020204" pitchFamily="34" charset="0"/>
              </a:rPr>
              <a:t>collector</a:t>
            </a:r>
            <a:r>
              <a:rPr lang="it-IT" sz="2400" i="1">
                <a:effectLst/>
                <a:latin typeface="Arial" panose="020B0604020202020204" pitchFamily="34" charset="0"/>
              </a:rPr>
              <a:t> </a:t>
            </a:r>
            <a:r>
              <a:rPr lang="it-IT" sz="2400">
                <a:effectLst/>
                <a:latin typeface="Arial" panose="020B0604020202020204" pitchFamily="34" charset="0"/>
              </a:rPr>
              <a:t>)</a:t>
            </a:r>
          </a:p>
          <a:p>
            <a:r>
              <a:rPr lang="it-IT" sz="2400">
                <a:latin typeface="Arial" panose="020B0604020202020204" pitchFamily="34" charset="0"/>
              </a:rPr>
              <a:t>Se si cerca di utilizzare un oggetto mediante un riferimento pari a </a:t>
            </a:r>
            <a:r>
              <a:rPr lang="it-IT" sz="2400" err="1">
                <a:latin typeface="Arial" panose="020B0604020202020204" pitchFamily="34" charset="0"/>
              </a:rPr>
              <a:t>null</a:t>
            </a:r>
            <a:r>
              <a:rPr lang="it-IT" sz="2400">
                <a:latin typeface="Arial" panose="020B0604020202020204" pitchFamily="34" charset="0"/>
              </a:rPr>
              <a:t>, il compilatore ritorna un errore (</a:t>
            </a:r>
            <a:r>
              <a:rPr lang="it-IT" sz="2400" err="1">
                <a:latin typeface="Arial" panose="020B0604020202020204" pitchFamily="34" charset="0"/>
              </a:rPr>
              <a:t>NullPointerException</a:t>
            </a:r>
            <a:r>
              <a:rPr lang="it-IT" sz="2400">
                <a:latin typeface="Arial" panose="020B0604020202020204" pitchFamily="34" charset="0"/>
              </a:rPr>
              <a:t>).</a:t>
            </a:r>
          </a:p>
          <a:p>
            <a:pPr marL="0" indent="0">
              <a:buNone/>
            </a:pPr>
            <a:endParaRPr lang="it-IT" sz="2400">
              <a:effectLst/>
              <a:latin typeface="Arial" panose="020B0604020202020204" pitchFamily="34" charset="0"/>
            </a:endParaRPr>
          </a:p>
          <a:p>
            <a:endParaRPr lang="it-IT" sz="2400"/>
          </a:p>
        </p:txBody>
      </p:sp>
    </p:spTree>
    <p:extLst>
      <p:ext uri="{BB962C8B-B14F-4D97-AF65-F5344CB8AC3E}">
        <p14:creationId xmlns:p14="http://schemas.microsoft.com/office/powerpoint/2010/main" val="22080980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DDCB421-3055-B4DE-4989-BA94B9DAB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Riferimenti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B5B64D3-990B-5BF0-F32D-B74C92E1B5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Programmare in Java: Capitolo 3, par. 3.5</a:t>
            </a:r>
          </a:p>
          <a:p>
            <a:r>
              <a:rPr lang="it-IT" dirty="0" err="1"/>
              <a:t>Savitch</a:t>
            </a:r>
            <a:r>
              <a:rPr lang="it-IT" dirty="0"/>
              <a:t>: Capitolo 2 par. 2.2 e Capitolo 8, par. 8.3</a:t>
            </a:r>
            <a:br>
              <a:rPr lang="it-IT" dirty="0"/>
            </a:b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27406494"/>
      </p:ext>
    </p:extLst>
  </p:cSld>
  <p:clrMapOvr>
    <a:masterClrMapping/>
  </p:clrMapOvr>
</p:sld>
</file>

<file path=ppt/theme/theme1.xml><?xml version="1.0" encoding="utf-8"?>
<a:theme xmlns:a="http://schemas.openxmlformats.org/drawingml/2006/main" name="Rete">
  <a:themeElements>
    <a:clrScheme name="Rete 10">
      <a:dk1>
        <a:srgbClr val="000000"/>
      </a:dk1>
      <a:lt1>
        <a:srgbClr val="FFFFFF"/>
      </a:lt1>
      <a:dk2>
        <a:srgbClr val="330066"/>
      </a:dk2>
      <a:lt2>
        <a:srgbClr val="808080"/>
      </a:lt2>
      <a:accent1>
        <a:srgbClr val="CCCC00"/>
      </a:accent1>
      <a:accent2>
        <a:srgbClr val="669999"/>
      </a:accent2>
      <a:accent3>
        <a:srgbClr val="FFFFFF"/>
      </a:accent3>
      <a:accent4>
        <a:srgbClr val="000000"/>
      </a:accent4>
      <a:accent5>
        <a:srgbClr val="E2E2AA"/>
      </a:accent5>
      <a:accent6>
        <a:srgbClr val="5C8A8A"/>
      </a:accent6>
      <a:hlink>
        <a:srgbClr val="7E9CE8"/>
      </a:hlink>
      <a:folHlink>
        <a:srgbClr val="D8D8EC"/>
      </a:folHlink>
    </a:clrScheme>
    <a:fontScheme name="Re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it-IT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it-IT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Rete 1">
        <a:dk1>
          <a:srgbClr val="4F747B"/>
        </a:dk1>
        <a:lt1>
          <a:srgbClr val="FFFFFF"/>
        </a:lt1>
        <a:dk2>
          <a:srgbClr val="000000"/>
        </a:dk2>
        <a:lt2>
          <a:srgbClr val="C0C0C0"/>
        </a:lt2>
        <a:accent1>
          <a:srgbClr val="859868"/>
        </a:accent1>
        <a:accent2>
          <a:srgbClr val="5F5F5F"/>
        </a:accent2>
        <a:accent3>
          <a:srgbClr val="AAAAAA"/>
        </a:accent3>
        <a:accent4>
          <a:srgbClr val="DADADA"/>
        </a:accent4>
        <a:accent5>
          <a:srgbClr val="C2CAB9"/>
        </a:accent5>
        <a:accent6>
          <a:srgbClr val="555555"/>
        </a:accent6>
        <a:hlink>
          <a:srgbClr val="5F5F5F"/>
        </a:hlink>
        <a:folHlink>
          <a:srgbClr val="BA121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ete 2">
        <a:dk1>
          <a:srgbClr val="3C0000"/>
        </a:dk1>
        <a:lt1>
          <a:srgbClr val="FFFFFF"/>
        </a:lt1>
        <a:dk2>
          <a:srgbClr val="4D0B0B"/>
        </a:dk2>
        <a:lt2>
          <a:srgbClr val="FFFFFF"/>
        </a:lt2>
        <a:accent1>
          <a:srgbClr val="666633"/>
        </a:accent1>
        <a:accent2>
          <a:srgbClr val="CC3300"/>
        </a:accent2>
        <a:accent3>
          <a:srgbClr val="B2AAAA"/>
        </a:accent3>
        <a:accent4>
          <a:srgbClr val="DADADA"/>
        </a:accent4>
        <a:accent5>
          <a:srgbClr val="B8B8AD"/>
        </a:accent5>
        <a:accent6>
          <a:srgbClr val="B92D00"/>
        </a:accent6>
        <a:hlink>
          <a:srgbClr val="CC9900"/>
        </a:hlink>
        <a:folHlink>
          <a:srgbClr val="CC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ete 3">
        <a:dk1>
          <a:srgbClr val="666699"/>
        </a:dk1>
        <a:lt1>
          <a:srgbClr val="FFFFFF"/>
        </a:lt1>
        <a:dk2>
          <a:srgbClr val="15192B"/>
        </a:dk2>
        <a:lt2>
          <a:srgbClr val="CCCCFF"/>
        </a:lt2>
        <a:accent1>
          <a:srgbClr val="4F893D"/>
        </a:accent1>
        <a:accent2>
          <a:srgbClr val="666699"/>
        </a:accent2>
        <a:accent3>
          <a:srgbClr val="AAABAC"/>
        </a:accent3>
        <a:accent4>
          <a:srgbClr val="DADADA"/>
        </a:accent4>
        <a:accent5>
          <a:srgbClr val="B2C4AF"/>
        </a:accent5>
        <a:accent6>
          <a:srgbClr val="5C5C8A"/>
        </a:accent6>
        <a:hlink>
          <a:srgbClr val="CC9900"/>
        </a:hlink>
        <a:folHlink>
          <a:srgbClr val="4837C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ete 4">
        <a:dk1>
          <a:srgbClr val="666699"/>
        </a:dk1>
        <a:lt1>
          <a:srgbClr val="FFFFFF"/>
        </a:lt1>
        <a:dk2>
          <a:srgbClr val="86001A"/>
        </a:dk2>
        <a:lt2>
          <a:srgbClr val="CCCC66"/>
        </a:lt2>
        <a:accent1>
          <a:srgbClr val="FF3300"/>
        </a:accent1>
        <a:accent2>
          <a:srgbClr val="FF6600"/>
        </a:accent2>
        <a:accent3>
          <a:srgbClr val="C3AAAB"/>
        </a:accent3>
        <a:accent4>
          <a:srgbClr val="DADADA"/>
        </a:accent4>
        <a:accent5>
          <a:srgbClr val="FFADAA"/>
        </a:accent5>
        <a:accent6>
          <a:srgbClr val="E75C00"/>
        </a:accent6>
        <a:hlink>
          <a:srgbClr val="CC9900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ete 5">
        <a:dk1>
          <a:srgbClr val="666699"/>
        </a:dk1>
        <a:lt1>
          <a:srgbClr val="FFFFFF"/>
        </a:lt1>
        <a:dk2>
          <a:srgbClr val="000054"/>
        </a:dk2>
        <a:lt2>
          <a:srgbClr val="FFFFFF"/>
        </a:lt2>
        <a:accent1>
          <a:srgbClr val="3333FF"/>
        </a:accent1>
        <a:accent2>
          <a:srgbClr val="006699"/>
        </a:accent2>
        <a:accent3>
          <a:srgbClr val="AAAAB3"/>
        </a:accent3>
        <a:accent4>
          <a:srgbClr val="DADADA"/>
        </a:accent4>
        <a:accent5>
          <a:srgbClr val="ADADFF"/>
        </a:accent5>
        <a:accent6>
          <a:srgbClr val="005C8A"/>
        </a:accent6>
        <a:hlink>
          <a:srgbClr val="669900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ete 6">
        <a:dk1>
          <a:srgbClr val="808080"/>
        </a:dk1>
        <a:lt1>
          <a:srgbClr val="FFFFFF"/>
        </a:lt1>
        <a:dk2>
          <a:srgbClr val="30054B"/>
        </a:dk2>
        <a:lt2>
          <a:srgbClr val="FFFFFF"/>
        </a:lt2>
        <a:accent1>
          <a:srgbClr val="797B9B"/>
        </a:accent1>
        <a:accent2>
          <a:srgbClr val="6B4FB1"/>
        </a:accent2>
        <a:accent3>
          <a:srgbClr val="ADAAB1"/>
        </a:accent3>
        <a:accent4>
          <a:srgbClr val="DADADA"/>
        </a:accent4>
        <a:accent5>
          <a:srgbClr val="BEBFCB"/>
        </a:accent5>
        <a:accent6>
          <a:srgbClr val="6047A0"/>
        </a:accent6>
        <a:hlink>
          <a:srgbClr val="7AACCE"/>
        </a:hlink>
        <a:folHlink>
          <a:srgbClr val="D8D8E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ete 7">
        <a:dk1>
          <a:srgbClr val="808080"/>
        </a:dk1>
        <a:lt1>
          <a:srgbClr val="FFFFCC"/>
        </a:lt1>
        <a:dk2>
          <a:srgbClr val="29527B"/>
        </a:dk2>
        <a:lt2>
          <a:srgbClr val="FFFFFF"/>
        </a:lt2>
        <a:accent1>
          <a:srgbClr val="CCCC00"/>
        </a:accent1>
        <a:accent2>
          <a:srgbClr val="669999"/>
        </a:accent2>
        <a:accent3>
          <a:srgbClr val="ACB3BF"/>
        </a:accent3>
        <a:accent4>
          <a:srgbClr val="DADAAE"/>
        </a:accent4>
        <a:accent5>
          <a:srgbClr val="E2E2AA"/>
        </a:accent5>
        <a:accent6>
          <a:srgbClr val="5C8A8A"/>
        </a:accent6>
        <a:hlink>
          <a:srgbClr val="D8D8EC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ete 8">
        <a:dk1>
          <a:srgbClr val="666699"/>
        </a:dk1>
        <a:lt1>
          <a:srgbClr val="FFFFFF"/>
        </a:lt1>
        <a:dk2>
          <a:srgbClr val="476949"/>
        </a:dk2>
        <a:lt2>
          <a:srgbClr val="FFFFFF"/>
        </a:lt2>
        <a:accent1>
          <a:srgbClr val="CC6600"/>
        </a:accent1>
        <a:accent2>
          <a:srgbClr val="CC9900"/>
        </a:accent2>
        <a:accent3>
          <a:srgbClr val="B1B9B1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45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ete 9">
        <a:dk1>
          <a:srgbClr val="000000"/>
        </a:dk1>
        <a:lt1>
          <a:srgbClr val="FFFFFF"/>
        </a:lt1>
        <a:dk2>
          <a:srgbClr val="7C1302"/>
        </a:dk2>
        <a:lt2>
          <a:srgbClr val="CC9900"/>
        </a:lt2>
        <a:accent1>
          <a:srgbClr val="CC9900"/>
        </a:accent1>
        <a:accent2>
          <a:srgbClr val="CC3300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B92D00"/>
        </a:accent6>
        <a:hlink>
          <a:srgbClr val="80808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ete 10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7E9CE8"/>
        </a:hlink>
        <a:folHlink>
          <a:srgbClr val="D8D8E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i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075877EE1B70A4284EAAAD4F5DAB5A8" ma:contentTypeVersion="3" ma:contentTypeDescription="Create a new document." ma:contentTypeScope="" ma:versionID="f90efe8b9a013048999e04d4d7cbb7e6">
  <xsd:schema xmlns:xsd="http://www.w3.org/2001/XMLSchema" xmlns:xs="http://www.w3.org/2001/XMLSchema" xmlns:p="http://schemas.microsoft.com/office/2006/metadata/properties" xmlns:ns2="26b08820-12d9-4581-8254-4e993db2160e" targetNamespace="http://schemas.microsoft.com/office/2006/metadata/properties" ma:root="true" ma:fieldsID="f6cef277e2c68d9d910b222ad249d322" ns2:_="">
    <xsd:import namespace="26b08820-12d9-4581-8254-4e993db2160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6b08820-12d9-4581-8254-4e993db2160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D886686-3B5D-4987-BDAA-0BC6658B1F8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8893E7A-8217-483B-8B8D-EBA3974CFD3A}">
  <ds:schemaRefs>
    <ds:schemaRef ds:uri="17cb46fe-fb09-4fdf-a472-4e2c88d31c8c"/>
    <ds:schemaRef ds:uri="35be80a6-5618-4845-bacd-cf0098900a47"/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94264359-98E9-44CD-9701-2C44C709BCF2}"/>
</file>

<file path=docProps/app.xml><?xml version="1.0" encoding="utf-8"?>
<Properties xmlns="http://schemas.openxmlformats.org/officeDocument/2006/extended-properties" xmlns:vt="http://schemas.openxmlformats.org/officeDocument/2006/docPropsVTypes">
  <Template>Network</Template>
  <TotalTime>15</TotalTime>
  <Words>1383</Words>
  <Application>Microsoft Macintosh PowerPoint</Application>
  <PresentationFormat>Presentazione su schermo (4:3)</PresentationFormat>
  <Paragraphs>202</Paragraphs>
  <Slides>17</Slides>
  <Notes>1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9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17</vt:i4>
      </vt:variant>
    </vt:vector>
  </HeadingPairs>
  <TitlesOfParts>
    <vt:vector size="27" baseType="lpstr">
      <vt:lpstr>Arial</vt:lpstr>
      <vt:lpstr>Calibri</vt:lpstr>
      <vt:lpstr>Comic Sans MS</vt:lpstr>
      <vt:lpstr>Courier</vt:lpstr>
      <vt:lpstr>Courier New</vt:lpstr>
      <vt:lpstr>Helvetica</vt:lpstr>
      <vt:lpstr>Times New Roman</vt:lpstr>
      <vt:lpstr>Verdana</vt:lpstr>
      <vt:lpstr>Wingdings</vt:lpstr>
      <vt:lpstr>Rete</vt:lpstr>
      <vt:lpstr>  Corso di Programmazione</vt:lpstr>
      <vt:lpstr>Tipi di dato in Java</vt:lpstr>
      <vt:lpstr>I tipi primitivi</vt:lpstr>
      <vt:lpstr>Tipi primitivi in Java</vt:lpstr>
      <vt:lpstr>Tipi primitivi in Java</vt:lpstr>
      <vt:lpstr>Tipi primitivi</vt:lpstr>
      <vt:lpstr>Costanti</vt:lpstr>
      <vt:lpstr>Costanti in libreria</vt:lpstr>
      <vt:lpstr>Il mondo dei riferimenti</vt:lpstr>
      <vt:lpstr>Riferimenti</vt:lpstr>
      <vt:lpstr>Riferimenti</vt:lpstr>
      <vt:lpstr>Riferimenti</vt:lpstr>
      <vt:lpstr>Riferimenti</vt:lpstr>
      <vt:lpstr>Riferimenti</vt:lpstr>
      <vt:lpstr>Esempio-Esercizio</vt:lpstr>
      <vt:lpstr>Riferimento null</vt:lpstr>
      <vt:lpstr>Riferimenti</vt:lpstr>
    </vt:vector>
  </TitlesOfParts>
  <Company>la pulce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Nessun titolo diapositiva</dc:title>
  <dc:creator>domenique</dc:creator>
  <cp:lastModifiedBy>VALERIA VITTORINI</cp:lastModifiedBy>
  <cp:revision>7</cp:revision>
  <cp:lastPrinted>1999-11-19T14:12:44Z</cp:lastPrinted>
  <dcterms:created xsi:type="dcterms:W3CDTF">1999-10-30T10:20:48Z</dcterms:created>
  <dcterms:modified xsi:type="dcterms:W3CDTF">2025-03-24T15:54:31Z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2ad0b24d-6422-44b0-b3de-abb3a9e8c81a_Enabled">
    <vt:lpwstr>true</vt:lpwstr>
  </property>
  <property fmtid="{D5CDD505-2E9C-101B-9397-08002B2CF9AE}" pid="3" name="MSIP_Label_2ad0b24d-6422-44b0-b3de-abb3a9e8c81a_SetDate">
    <vt:lpwstr>2023-11-30T08:44:01Z</vt:lpwstr>
  </property>
  <property fmtid="{D5CDD505-2E9C-101B-9397-08002B2CF9AE}" pid="4" name="MSIP_Label_2ad0b24d-6422-44b0-b3de-abb3a9e8c81a_Method">
    <vt:lpwstr>Standard</vt:lpwstr>
  </property>
  <property fmtid="{D5CDD505-2E9C-101B-9397-08002B2CF9AE}" pid="5" name="MSIP_Label_2ad0b24d-6422-44b0-b3de-abb3a9e8c81a_Name">
    <vt:lpwstr>defa4170-0d19-0005-0004-bc88714345d2</vt:lpwstr>
  </property>
  <property fmtid="{D5CDD505-2E9C-101B-9397-08002B2CF9AE}" pid="6" name="MSIP_Label_2ad0b24d-6422-44b0-b3de-abb3a9e8c81a_SiteId">
    <vt:lpwstr>2fcfe26a-bb62-46b0-b1e3-28f9da0c45fd</vt:lpwstr>
  </property>
  <property fmtid="{D5CDD505-2E9C-101B-9397-08002B2CF9AE}" pid="7" name="MSIP_Label_2ad0b24d-6422-44b0-b3de-abb3a9e8c81a_ActionId">
    <vt:lpwstr>c4a52107-c177-479a-bcd7-dbf9d4e988dd</vt:lpwstr>
  </property>
  <property fmtid="{D5CDD505-2E9C-101B-9397-08002B2CF9AE}" pid="8" name="MSIP_Label_2ad0b24d-6422-44b0-b3de-abb3a9e8c81a_ContentBits">
    <vt:lpwstr>0</vt:lpwstr>
  </property>
  <property fmtid="{D5CDD505-2E9C-101B-9397-08002B2CF9AE}" pid="9" name="ContentTypeId">
    <vt:lpwstr>0x010100C075877EE1B70A4284EAAAD4F5DAB5A8</vt:lpwstr>
  </property>
  <property fmtid="{D5CDD505-2E9C-101B-9397-08002B2CF9AE}" pid="10" name="MediaServiceImageTags">
    <vt:lpwstr/>
  </property>
</Properties>
</file>